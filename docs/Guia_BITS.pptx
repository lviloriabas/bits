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8f38168df14349" /><Relationship Type="http://schemas.openxmlformats.org/officeDocument/2006/relationships/extended-properties" Target="/docProps/app.xml" Id="R3aff164e52e744d5" /><Relationship Type="http://schemas.openxmlformats.org/officeDocument/2006/relationships/officeDocument" Target="/ppt/presentation.xml" Id="R1120ac996ab9400f" /></Relationships>
</file>

<file path=ppt/presentation.xml><?xml version="1.0" encoding="utf-8"?>
<p:presentation xmlns:p="http://schemas.openxmlformats.org/presentationml/2006/main">
  <p:sldMasterIdLst>
    <p:sldMasterId xmlns:r="http://schemas.openxmlformats.org/officeDocument/2006/relationships" id="2147483648" r:id="Rd990df0e82fe406e"/>
  </p:sldMasterIdLst>
  <p:notesMasterIdLst>
    <p:notesMasterId xmlns:r="http://schemas.openxmlformats.org/officeDocument/2006/relationships" r:id="Ra68c0883d6574951"/>
  </p:notesMasterIdLst>
  <p:sldIdLst>
    <p:sldId xmlns:r="http://schemas.openxmlformats.org/officeDocument/2006/relationships" id="256" r:id="Rd394933f732e434a"/>
    <p:sldId xmlns:r="http://schemas.openxmlformats.org/officeDocument/2006/relationships" id="257" r:id="R99d8ab69f8314922"/>
  </p:sldIdLst>
  <p:sldSz cx="9753600" cy="14630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91ecf885954e5b" /><Relationship Type="http://schemas.openxmlformats.org/officeDocument/2006/relationships/slideMaster" Target="/ppt/slideMasters/slideMaster1.xml" Id="Rd990df0e82fe406e" /><Relationship Type="http://schemas.openxmlformats.org/officeDocument/2006/relationships/notesMaster" Target="/ppt/notesMasters/notesMaster1.xml" Id="Ra68c0883d6574951" /><Relationship Type="http://schemas.openxmlformats.org/officeDocument/2006/relationships/presProps" Target="/ppt/presProps.xml" Id="R51b4fe2d584d431f" /><Relationship Type="http://schemas.openxmlformats.org/officeDocument/2006/relationships/tableStyles" Target="/ppt/tableStyles.xml" Id="R293bcd9c8eaa450b" /><Relationship Type="http://schemas.openxmlformats.org/officeDocument/2006/relationships/slide" Target="/ppt/slides/slide1.xml" Id="Rd394933f732e434a" /><Relationship Type="http://schemas.openxmlformats.org/officeDocument/2006/relationships/slide" Target="/ppt/slides/slide2.xml" Id="R99d8ab69f83149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c276a9324a4c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9799237efd4046" /><Relationship Type="http://schemas.openxmlformats.org/officeDocument/2006/relationships/notesMaster" Target="/ppt/notesMasters/notesMaster1.xml" Id="Rde8730c1e81d4b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5167aed1f54ecb" /><Relationship Type="http://schemas.openxmlformats.org/officeDocument/2006/relationships/notesMaster" Target="/ppt/notesMasters/notesMaster1.xml" Id="R4fa8bfcbcf8a46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instrucciones y capturas del usuario. Perfil de Canon indicado por el usuario. Logotipos oficiales cargados por copaair.com desde https://assets.airtrfx.com/media-em/cm/logos/cm-large-default.svg y https://assets.airtrfx.com/media-em/cm/logos/cm-small-default.svg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capturas del usuario y capturas reales de Web Reports guardadas en el proyecto. La confirmación se cerró con No corregir, sin cambiar AirVault. Las cantidades de los ejemplos no son valores fijos. Logotipos oficiales cargados por copaair.com desde https://assets.airtrfx.com/media-em/cm/logos/cm-large-default.svg y https://assets.airtrfx.com/media-em/cm/logos/cm-small-default.svg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1cb882a78049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2f58d10e7e424b" /><Relationship Type="http://schemas.openxmlformats.org/officeDocument/2006/relationships/slideLayout" Target="/ppt/slideLayouts/slideLayout1.xml" Id="Rcea2c922c2ea4e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a2c922c2ea4e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6eb3514d484419" /><Relationship Type="http://schemas.openxmlformats.org/officeDocument/2006/relationships/image" Target="/ppt/media/image.png" Id="Rdc9b993fe31644a2" /><Relationship Type="http://schemas.openxmlformats.org/officeDocument/2006/relationships/image" Target="/ppt/media/image2.png" Id="Rf004ba5610fd4859" /><Relationship Type="http://schemas.openxmlformats.org/officeDocument/2006/relationships/image" Target="/ppt/media/image3.png" Id="R26b7efffdd934d2e" /><Relationship Type="http://schemas.openxmlformats.org/officeDocument/2006/relationships/image" Target="/ppt/media/image4.png" Id="R9217eb2ced624dc7" /><Relationship Type="http://schemas.openxmlformats.org/officeDocument/2006/relationships/image" Target="/ppt/media/image5.png" Id="Refa4783a518b41a4" /><Relationship Type="http://schemas.openxmlformats.org/officeDocument/2006/relationships/image" Target="/ppt/media/image6.png" Id="R98b7ca4b7fc24787" /><Relationship Type="http://schemas.openxmlformats.org/officeDocument/2006/relationships/notesSlide" Target="/ppt/notesSlides/notesSlide1.xml" Id="R736f7bcd9b3344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41461e267141dd" /><Relationship Type="http://schemas.openxmlformats.org/officeDocument/2006/relationships/image" Target="/ppt/media/image7.png" Id="Rd1ae53b2b0334e1a" /><Relationship Type="http://schemas.openxmlformats.org/officeDocument/2006/relationships/image" Target="/ppt/media/image8.png" Id="R12da7da297794033" /><Relationship Type="http://schemas.openxmlformats.org/officeDocument/2006/relationships/image" Target="/ppt/media/image9.png" Id="R2c130894a5104b1f" /><Relationship Type="http://schemas.openxmlformats.org/officeDocument/2006/relationships/image" Target="/ppt/media/image10.png" Id="Rdae314d856634f44" /><Relationship Type="http://schemas.openxmlformats.org/officeDocument/2006/relationships/image" Target="/ppt/media/image11.png" Id="R8c3d906c69b9429b" /><Relationship Type="http://schemas.openxmlformats.org/officeDocument/2006/relationships/image" Target="/ppt/media/image12.png" Id="Rc9c2f9ca6853489d" /><Relationship Type="http://schemas.openxmlformats.org/officeDocument/2006/relationships/image" Target="/ppt/media/image13.png" Id="Rf6b0594dd82d47e8" /><Relationship Type="http://schemas.openxmlformats.org/officeDocument/2006/relationships/image" Target="/ppt/media/image.jpeg" Id="R6b6c76b7b92e4965" /><Relationship Type="http://schemas.openxmlformats.org/officeDocument/2006/relationships/notesSlide" Target="/ppt/notesSlides/notesSlide2.xml" Id="R317941da6d9b4427" /></Relationships>
</file>

<file path=ppt/slides/slide1.xml><?xml version="1.0" encoding="utf-8"?>
<p:sld xmlns:p="http://schemas.openxmlformats.org/presentationml/2006/main">
  <p:cSld>
    <p:bg>
      <p:bgPr>
        <a:solidFill xmlns:a="http://schemas.openxmlformats.org/drawingml/2006/main">
          <a:srgbClr val="F5F9FD"/>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53F98996-E589-4F2D-AF3C-AEC8FD43BC26}"/>
              </a:ext>
            </a:extLst>
          </p:cNvPr>
          <p:cNvSpPr>
            <a:spLocks xmlns:a="http://schemas.openxmlformats.org/drawingml/2006/main" noGrp="1"/>
          </p:cNvSpPr>
          <p:nvPr/>
        </p:nvSpPr>
        <p:spPr>
          <a:xfrm xmlns:a="http://schemas.openxmlformats.org/drawingml/2006/main">
            <a:off x="0" y="0"/>
            <a:ext cx="9753600" cy="1562100"/>
          </a:xfrm>
          <a:prstGeom xmlns:a="http://schemas.openxmlformats.org/drawingml/2006/main" prst="rect">
            <a:avLst/>
          </a:prstGeom>
          <a:gradFill xmlns:a="http://schemas.openxmlformats.org/drawingml/2006/main">
            <a:gsLst>
              <a:gs pos="0">
                <a:srgbClr val="8722AF"/>
              </a:gs>
              <a:gs pos="42000">
                <a:srgbClr val="292278"/>
              </a:gs>
              <a:gs pos="76000">
                <a:srgbClr val="003D8D"/>
              </a:gs>
              <a:gs pos="100000">
                <a:srgbClr val="087CC9"/>
              </a:gs>
            </a:gsLst>
            <a:lin ang="0"/>
          </a:gradFill>
          <a:ln xmlns:a="http://schemas.openxmlformats.org/drawingml/2006/main" w="0">
            <a:gradFill>
              <a:gsLst>
                <a:gs pos="0">
                  <a:srgbClr val="8722AF"/>
                </a:gs>
                <a:gs pos="42000">
                  <a:srgbClr val="292278"/>
                </a:gs>
                <a:gs pos="76000">
                  <a:srgbClr val="003D8D"/>
                </a:gs>
                <a:gs pos="100000">
                  <a:srgbClr val="087CC9"/>
                </a:gs>
              </a:gsLst>
              <a:lin ang="0"/>
            </a:gradFill>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dc9b993fe31644a2"/>
          <a:stretch xmlns:a="http://schemas.openxmlformats.org/drawingml/2006/main"/>
        </p:blipFill>
        <p:spPr>
          <a:xfrm xmlns:a="http://schemas.openxmlformats.org/drawingml/2006/main">
            <a:off x="7467600" y="609600"/>
            <a:ext cx="2047875" cy="543007"/>
          </a:xfrm>
          <a:prstGeom xmlns:a="http://schemas.openxmlformats.org/drawingml/2006/main" prst="rect">
            <a:avLst/>
          </a:prstGeom>
        </p:spPr>
      </p:pic>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f004ba5610fd4859"/>
          <a:stretch xmlns:a="http://schemas.openxmlformats.org/drawingml/2006/main"/>
        </p:blipFill>
        <p:spPr>
          <a:xfrm xmlns:a="http://schemas.openxmlformats.org/drawingml/2006/main">
            <a:off x="342900" y="419100"/>
            <a:ext cx="819150" cy="819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02045BC-E37A-4C3B-AD88-84B971B4E217}"/>
              </a:ext>
            </a:extLst>
          </p:cNvPr>
          <p:cNvSpPr>
            <a:spLocks xmlns:a="http://schemas.openxmlformats.org/drawingml/2006/main" noGrp="1"/>
          </p:cNvSpPr>
          <p:nvPr/>
        </p:nvSpPr>
        <p:spPr>
          <a:xfrm xmlns:a="http://schemas.openxmlformats.org/drawingml/2006/main">
            <a:off x="1304925" y="523875"/>
            <a:ext cx="171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BITS</a:t>
            </a:r>
          </a:p>
        </p:txBody>
      </p:sp>
      <p:sp>
        <p:nvSpPr>
          <p:cNvPr id="5" name="">
            <a:extLst xmlns:a="http://schemas.openxmlformats.org/drawingml/2006/main">
              <a:ext uri="{FF2B5EF4-FFF2-40B4-BE49-F238E27FC236}">
                <a16:creationId xmlns:a16="http://schemas.microsoft.com/office/drawing/2014/main" id="{F237AD6B-21D4-4764-A96D-4589EEF2123B}"/>
              </a:ext>
            </a:extLst>
          </p:cNvPr>
          <p:cNvSpPr>
            <a:spLocks xmlns:a="http://schemas.openxmlformats.org/drawingml/2006/main" noGrp="1"/>
          </p:cNvSpPr>
          <p:nvPr/>
        </p:nvSpPr>
        <p:spPr>
          <a:xfrm xmlns:a="http://schemas.openxmlformats.org/drawingml/2006/main">
            <a:off x="3067050" y="238125"/>
            <a:ext cx="9525" cy="1095375"/>
          </a:xfrm>
          <a:prstGeom xmlns:a="http://schemas.openxmlformats.org/drawingml/2006/main" prst="rect">
            <a:avLst/>
          </a:prstGeom>
          <a:solidFill xmlns:a="http://schemas.openxmlformats.org/drawingml/2006/main">
            <a:srgbClr val="CDDDF4"/>
          </a:solidFill>
          <a:ln xmlns:a="http://schemas.openxmlformats.org/drawingml/2006/main" w="0">
            <a:solidFill>
              <a:srgbClr val="CDDDF4"/>
            </a:solidFill>
          </a:ln>
        </p:spPr>
      </p:sp>
      <p:sp>
        <p:nvSpPr>
          <p:cNvPr id="6" name="">
            <a:extLst xmlns:a="http://schemas.openxmlformats.org/drawingml/2006/main">
              <a:ext uri="{FF2B5EF4-FFF2-40B4-BE49-F238E27FC236}">
                <a16:creationId xmlns:a16="http://schemas.microsoft.com/office/drawing/2014/main" id="{BCB11CF2-37F9-4E17-8EB6-FFD5F9DFC6B1}"/>
              </a:ext>
            </a:extLst>
          </p:cNvPr>
          <p:cNvSpPr>
            <a:spLocks xmlns:a="http://schemas.openxmlformats.org/drawingml/2006/main" noGrp="1"/>
          </p:cNvSpPr>
          <p:nvPr/>
        </p:nvSpPr>
        <p:spPr>
          <a:xfrm xmlns:a="http://schemas.openxmlformats.org/drawingml/2006/main">
            <a:off x="3305175" y="209550"/>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GUÍA RÁPIDA</a:t>
            </a:r>
          </a:p>
        </p:txBody>
      </p:sp>
      <p:sp>
        <p:nvSpPr>
          <p:cNvPr id="7" name="">
            <a:extLst xmlns:a="http://schemas.openxmlformats.org/drawingml/2006/main">
              <a:ext uri="{FF2B5EF4-FFF2-40B4-BE49-F238E27FC236}">
                <a16:creationId xmlns:a16="http://schemas.microsoft.com/office/drawing/2014/main" id="{EBC4846C-83C2-408C-ABC8-6345F59A26AC}"/>
              </a:ext>
            </a:extLst>
          </p:cNvPr>
          <p:cNvSpPr>
            <a:spLocks xmlns:a="http://schemas.openxmlformats.org/drawingml/2006/main" noGrp="1"/>
          </p:cNvSpPr>
          <p:nvPr/>
        </p:nvSpPr>
        <p:spPr>
          <a:xfrm xmlns:a="http://schemas.openxmlformats.org/drawingml/2006/main">
            <a:off x="3333750" y="781050"/>
            <a:ext cx="3571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ESCANEO Y PROCESAMIENTO</a:t>
            </a:r>
          </a:p>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AUTOMÁTICO DE BITÁCORAS</a:t>
            </a:r>
          </a:p>
        </p:txBody>
      </p:sp>
      <p:sp>
        <p:nvSpPr>
          <p:cNvPr id="8" name="">
            <a:extLst xmlns:a="http://schemas.openxmlformats.org/drawingml/2006/main">
              <a:ext uri="{FF2B5EF4-FFF2-40B4-BE49-F238E27FC236}">
                <a16:creationId xmlns:a16="http://schemas.microsoft.com/office/drawing/2014/main" id="{FBF2BF30-9C41-463A-A6FF-0BB7677FD555}"/>
              </a:ext>
            </a:extLst>
          </p:cNvPr>
          <p:cNvSpPr>
            <a:spLocks xmlns:a="http://schemas.openxmlformats.org/drawingml/2006/main" noGrp="1"/>
          </p:cNvSpPr>
          <p:nvPr/>
        </p:nvSpPr>
        <p:spPr>
          <a:xfrm xmlns:a="http://schemas.openxmlformats.org/drawingml/2006/main">
            <a:off x="0" y="13696950"/>
            <a:ext cx="9753600" cy="933450"/>
          </a:xfrm>
          <a:prstGeom xmlns:a="http://schemas.openxmlformats.org/drawingml/2006/main" prst="rect">
            <a:avLst/>
          </a:prstGeom>
          <a:gradFill xmlns:a="http://schemas.openxmlformats.org/drawingml/2006/main">
            <a:gsLst>
              <a:gs pos="0">
                <a:srgbClr val="00519C"/>
              </a:gs>
              <a:gs pos="100000">
                <a:srgbClr val="00397F"/>
              </a:gs>
            </a:gsLst>
            <a:lin ang="5400000"/>
          </a:gradFill>
          <a:ln xmlns:a="http://schemas.openxmlformats.org/drawingml/2006/main" w="0">
            <a:gradFill>
              <a:gsLst>
                <a:gs pos="0">
                  <a:srgbClr val="00519C"/>
                </a:gs>
                <a:gs pos="100000">
                  <a:srgbClr val="00397F"/>
                </a:gs>
              </a:gsLst>
              <a:lin ang="5400000"/>
            </a:gradFill>
          </a:ln>
        </p:spPr>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26b7efffdd934d2e"/>
          <a:stretch xmlns:a="http://schemas.openxmlformats.org/drawingml/2006/main"/>
        </p:blipFill>
        <p:spPr>
          <a:xfrm xmlns:a="http://schemas.openxmlformats.org/drawingml/2006/main">
            <a:off x="228600" y="13982700"/>
            <a:ext cx="2333625" cy="4000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6F97C76-30C6-447A-AE72-F3E000CFB7CB}"/>
              </a:ext>
            </a:extLst>
          </p:cNvPr>
          <p:cNvSpPr>
            <a:spLocks xmlns:a="http://schemas.openxmlformats.org/drawingml/2006/main" noGrp="1"/>
          </p:cNvSpPr>
          <p:nvPr/>
        </p:nvSpPr>
        <p:spPr>
          <a:xfrm xmlns:a="http://schemas.openxmlformats.org/drawingml/2006/main">
            <a:off x="2838450" y="13963650"/>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BITS</a:t>
            </a:r>
          </a:p>
        </p:txBody>
      </p:sp>
      <p:sp>
        <p:nvSpPr>
          <p:cNvPr id="11" name="">
            <a:extLst xmlns:a="http://schemas.openxmlformats.org/drawingml/2006/main">
              <a:ext uri="{FF2B5EF4-FFF2-40B4-BE49-F238E27FC236}">
                <a16:creationId xmlns:a16="http://schemas.microsoft.com/office/drawing/2014/main" id="{0CB0931F-B2AF-44B4-8FF7-0E60A872E86C}"/>
              </a:ext>
            </a:extLst>
          </p:cNvPr>
          <p:cNvSpPr>
            <a:spLocks xmlns:a="http://schemas.openxmlformats.org/drawingml/2006/main" noGrp="1"/>
          </p:cNvSpPr>
          <p:nvPr/>
        </p:nvSpPr>
        <p:spPr>
          <a:xfrm xmlns:a="http://schemas.openxmlformats.org/drawingml/2006/main">
            <a:off x="8410575" y="1403032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500" b="0">
                <a:solidFill>
                  <a:srgbClr val="FFFFFF"/>
                </a:solidFill>
                <a:latin typeface="Arial"/>
                <a:ea typeface="Arial"/>
                <a:cs typeface="Arial"/>
              </a:defRPr>
            </a:pPr>
            <a:r>
              <a:rPr sz="1500" b="0">
                <a:solidFill>
                  <a:srgbClr val="FFFFFF"/>
                </a:solidFill>
                <a:latin typeface="Arial"/>
                <a:ea typeface="Arial"/>
                <a:cs typeface="Arial"/>
              </a:rPr>
              <a:t>1 / 2</a:t>
            </a:r>
          </a:p>
        </p:txBody>
      </p:sp>
      <p:sp>
        <p:nvSpPr>
          <p:cNvPr id="12" name="">
            <a:extLst xmlns:a="http://schemas.openxmlformats.org/drawingml/2006/main">
              <a:ext uri="{FF2B5EF4-FFF2-40B4-BE49-F238E27FC236}">
                <a16:creationId xmlns:a16="http://schemas.microsoft.com/office/drawing/2014/main" id="{2D681995-4339-47D8-9092-CF81A89CDD61}"/>
              </a:ext>
            </a:extLst>
          </p:cNvPr>
          <p:cNvSpPr>
            <a:spLocks xmlns:a="http://schemas.openxmlformats.org/drawingml/2006/main" noGrp="1"/>
          </p:cNvSpPr>
          <p:nvPr/>
        </p:nvSpPr>
        <p:spPr>
          <a:xfrm xmlns:a="http://schemas.openxmlformats.org/drawingml/2006/main">
            <a:off x="209550" y="1714500"/>
            <a:ext cx="9334500" cy="742950"/>
          </a:xfrm>
          <a:prstGeom xmlns:a="http://schemas.openxmlformats.org/drawingml/2006/main" prst="roundRect">
            <a:avLst>
              <a:gd name="adj" fmla="val 17949"/>
            </a:avLst>
          </a:prstGeom>
          <a:solidFill xmlns:a="http://schemas.openxmlformats.org/drawingml/2006/main">
            <a:srgbClr val="DCEFFC"/>
          </a:solidFill>
          <a:ln xmlns:a="http://schemas.openxmlformats.org/drawingml/2006/main" w="9525">
            <a:solidFill>
              <a:srgbClr val="ADD0E8"/>
            </a:solidFill>
          </a:ln>
        </p:spPr>
      </p:sp>
      <p:sp>
        <p:nvSpPr>
          <p:cNvPr id="13" name="">
            <a:extLst xmlns:a="http://schemas.openxmlformats.org/drawingml/2006/main">
              <a:ext uri="{FF2B5EF4-FFF2-40B4-BE49-F238E27FC236}">
                <a16:creationId xmlns:a16="http://schemas.microsoft.com/office/drawing/2014/main" id="{A302FCAD-788A-4D1F-BEE2-FE5377680C01}"/>
              </a:ext>
            </a:extLst>
          </p:cNvPr>
          <p:cNvSpPr>
            <a:spLocks xmlns:a="http://schemas.openxmlformats.org/drawingml/2006/main" noGrp="1"/>
          </p:cNvSpPr>
          <p:nvPr/>
        </p:nvSpPr>
        <p:spPr>
          <a:xfrm xmlns:a="http://schemas.openxmlformats.org/drawingml/2006/main">
            <a:off x="400050" y="1924050"/>
            <a:ext cx="1981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73C78"/>
                </a:solidFill>
                <a:latin typeface="Arial"/>
                <a:ea typeface="Arial"/>
                <a:cs typeface="Arial"/>
              </a:defRPr>
            </a:pPr>
            <a:r>
              <a:rPr sz="1725" b="1">
                <a:solidFill>
                  <a:srgbClr val="073C78"/>
                </a:solidFill>
                <a:latin typeface="Arial"/>
                <a:ea typeface="Arial"/>
                <a:cs typeface="Arial"/>
              </a:rPr>
              <a:t>¿QUÉ ES BITS?</a:t>
            </a:r>
          </a:p>
        </p:txBody>
      </p:sp>
      <p:sp>
        <p:nvSpPr>
          <p:cNvPr id="14" name="">
            <a:extLst xmlns:a="http://schemas.openxmlformats.org/drawingml/2006/main">
              <a:ext uri="{FF2B5EF4-FFF2-40B4-BE49-F238E27FC236}">
                <a16:creationId xmlns:a16="http://schemas.microsoft.com/office/drawing/2014/main" id="{2B565E5C-DF5E-49F5-A8BD-7914DF4805C7}"/>
              </a:ext>
            </a:extLst>
          </p:cNvPr>
          <p:cNvSpPr>
            <a:spLocks xmlns:a="http://schemas.openxmlformats.org/drawingml/2006/main" noGrp="1"/>
          </p:cNvSpPr>
          <p:nvPr/>
        </p:nvSpPr>
        <p:spPr>
          <a:xfrm xmlns:a="http://schemas.openxmlformats.org/drawingml/2006/main">
            <a:off x="2524125" y="1828800"/>
            <a:ext cx="6800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42D48"/>
                </a:solidFill>
                <a:latin typeface="Arial"/>
                <a:ea typeface="Arial"/>
                <a:cs typeface="Arial"/>
              </a:defRPr>
            </a:pPr>
            <a:r>
              <a:rPr sz="1425" b="0">
                <a:solidFill>
                  <a:srgbClr val="142D48"/>
                </a:solidFill>
                <a:latin typeface="Arial"/>
                <a:ea typeface="Arial"/>
                <a:cs typeface="Arial"/>
              </a:rPr>
              <a:t>Es la aplicación de manejo automático de bitácoras. Procesa los PDF escaneados y los prepara para subirlos e indexarlos en AirVault.</a:t>
            </a:r>
          </a:p>
        </p:txBody>
      </p:sp>
      <p:sp>
        <p:nvSpPr>
          <p:cNvPr id="15" name="">
            <a:extLst xmlns:a="http://schemas.openxmlformats.org/drawingml/2006/main">
              <a:ext uri="{FF2B5EF4-FFF2-40B4-BE49-F238E27FC236}">
                <a16:creationId xmlns:a16="http://schemas.microsoft.com/office/drawing/2014/main" id="{CF949DDE-E79D-4035-967D-5BACBB2745FE}"/>
              </a:ext>
            </a:extLst>
          </p:cNvPr>
          <p:cNvSpPr>
            <a:spLocks xmlns:a="http://schemas.openxmlformats.org/drawingml/2006/main" noGrp="1"/>
          </p:cNvSpPr>
          <p:nvPr/>
        </p:nvSpPr>
        <p:spPr>
          <a:xfrm xmlns:a="http://schemas.openxmlformats.org/drawingml/2006/main">
            <a:off x="209550" y="2647950"/>
            <a:ext cx="4533900" cy="1933575"/>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ADD0E8"/>
            </a:solidFill>
          </a:ln>
        </p:spPr>
      </p:sp>
      <p:sp>
        <p:nvSpPr>
          <p:cNvPr id="16" name="">
            <a:extLst xmlns:a="http://schemas.openxmlformats.org/drawingml/2006/main">
              <a:ext uri="{FF2B5EF4-FFF2-40B4-BE49-F238E27FC236}">
                <a16:creationId xmlns:a16="http://schemas.microsoft.com/office/drawing/2014/main" id="{34A139E0-2B0E-4CCD-8FF4-5270569A3322}"/>
              </a:ext>
            </a:extLst>
          </p:cNvPr>
          <p:cNvSpPr>
            <a:spLocks xmlns:a="http://schemas.openxmlformats.org/drawingml/2006/main" noGrp="1"/>
          </p:cNvSpPr>
          <p:nvPr/>
        </p:nvSpPr>
        <p:spPr>
          <a:xfrm xmlns:a="http://schemas.openxmlformats.org/drawingml/2006/main">
            <a:off x="209550" y="2647950"/>
            <a:ext cx="4533900" cy="457200"/>
          </a:xfrm>
          <a:prstGeom xmlns:a="http://schemas.openxmlformats.org/drawingml/2006/main" prst="roundRect">
            <a:avLst>
              <a:gd name="adj" fmla="val 29167"/>
            </a:avLst>
          </a:prstGeom>
          <a:solidFill xmlns:a="http://schemas.openxmlformats.org/drawingml/2006/main">
            <a:srgbClr val="76239F"/>
          </a:solidFill>
          <a:ln xmlns:a="http://schemas.openxmlformats.org/drawingml/2006/main" w="0">
            <a:solidFill>
              <a:srgbClr val="76239F"/>
            </a:solidFill>
          </a:ln>
        </p:spPr>
      </p:sp>
      <p:sp>
        <p:nvSpPr>
          <p:cNvPr id="17" name="">
            <a:extLst xmlns:a="http://schemas.openxmlformats.org/drawingml/2006/main">
              <a:ext uri="{FF2B5EF4-FFF2-40B4-BE49-F238E27FC236}">
                <a16:creationId xmlns:a16="http://schemas.microsoft.com/office/drawing/2014/main" id="{AD8B8D82-27B0-440B-8961-E0573110F146}"/>
              </a:ext>
            </a:extLst>
          </p:cNvPr>
          <p:cNvSpPr>
            <a:spLocks xmlns:a="http://schemas.openxmlformats.org/drawingml/2006/main" noGrp="1"/>
          </p:cNvSpPr>
          <p:nvPr/>
        </p:nvSpPr>
        <p:spPr>
          <a:xfrm xmlns:a="http://schemas.openxmlformats.org/drawingml/2006/main">
            <a:off x="333375" y="26860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80EE1119-CE79-460E-928F-35319D2AC287}"/>
              </a:ext>
            </a:extLst>
          </p:cNvPr>
          <p:cNvSpPr>
            <a:spLocks xmlns:a="http://schemas.openxmlformats.org/drawingml/2006/main" noGrp="1"/>
          </p:cNvSpPr>
          <p:nvPr/>
        </p:nvSpPr>
        <p:spPr>
          <a:xfrm xmlns:a="http://schemas.openxmlformats.org/drawingml/2006/main">
            <a:off x="800100" y="2733675"/>
            <a:ext cx="3819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ANTES DE ESCANEAR</a:t>
            </a:r>
          </a:p>
        </p:txBody>
      </p:sp>
      <p:sp>
        <p:nvSpPr>
          <p:cNvPr id="19" name="">
            <a:extLst xmlns:a="http://schemas.openxmlformats.org/drawingml/2006/main">
              <a:ext uri="{FF2B5EF4-FFF2-40B4-BE49-F238E27FC236}">
                <a16:creationId xmlns:a16="http://schemas.microsoft.com/office/drawing/2014/main" id="{9D166345-074E-4BA9-9C87-6C1A6725CBED}"/>
              </a:ext>
            </a:extLst>
          </p:cNvPr>
          <p:cNvSpPr>
            <a:spLocks xmlns:a="http://schemas.openxmlformats.org/drawingml/2006/main" noGrp="1"/>
          </p:cNvSpPr>
          <p:nvPr/>
        </p:nvSpPr>
        <p:spPr>
          <a:xfrm xmlns:a="http://schemas.openxmlformats.org/drawingml/2006/main">
            <a:off x="409575" y="3257550"/>
            <a:ext cx="41243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42D48"/>
                </a:solidFill>
                <a:latin typeface="Arial"/>
                <a:ea typeface="Arial"/>
                <a:cs typeface="Arial"/>
              </a:defRPr>
            </a:pPr>
            <a:r>
              <a:rPr sz="1500" b="0">
                <a:solidFill>
                  <a:srgbClr val="142D48"/>
                </a:solidFill>
                <a:latin typeface="Arial"/>
                <a:ea typeface="Arial"/>
                <a:cs typeface="Arial"/>
              </a:rPr>
              <a:t>Retire los clips y las grapas. Revise que las bitácoras no estén dobladas y alise las esquinas antes de ponerlas en el escáner.</a:t>
            </a:r>
          </a:p>
        </p:txBody>
      </p:sp>
      <p:sp>
        <p:nvSpPr>
          <p:cNvPr id="20" name="">
            <a:extLst xmlns:a="http://schemas.openxmlformats.org/drawingml/2006/main">
              <a:ext uri="{FF2B5EF4-FFF2-40B4-BE49-F238E27FC236}">
                <a16:creationId xmlns:a16="http://schemas.microsoft.com/office/drawing/2014/main" id="{F85453B6-41C8-47FC-A8CA-5BD46FD8972C}"/>
              </a:ext>
            </a:extLst>
          </p:cNvPr>
          <p:cNvSpPr>
            <a:spLocks xmlns:a="http://schemas.openxmlformats.org/drawingml/2006/main" noGrp="1"/>
          </p:cNvSpPr>
          <p:nvPr/>
        </p:nvSpPr>
        <p:spPr>
          <a:xfrm xmlns:a="http://schemas.openxmlformats.org/drawingml/2006/main">
            <a:off x="409575" y="4152900"/>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73C78"/>
                </a:solidFill>
                <a:latin typeface="Arial"/>
                <a:ea typeface="Arial"/>
                <a:cs typeface="Arial"/>
              </a:defRPr>
            </a:pPr>
            <a:r>
              <a:rPr sz="1350" b="1">
                <a:solidFill>
                  <a:srgbClr val="073C78"/>
                </a:solidFill>
                <a:latin typeface="Arial"/>
                <a:ea typeface="Arial"/>
                <a:cs typeface="Arial"/>
              </a:rPr>
              <a:t>Mantenga las páginas en su orden original.</a:t>
            </a:r>
          </a:p>
        </p:txBody>
      </p:sp>
      <p:sp>
        <p:nvSpPr>
          <p:cNvPr id="21" name="">
            <a:extLst xmlns:a="http://schemas.openxmlformats.org/drawingml/2006/main">
              <a:ext uri="{FF2B5EF4-FFF2-40B4-BE49-F238E27FC236}">
                <a16:creationId xmlns:a16="http://schemas.microsoft.com/office/drawing/2014/main" id="{CF5029F3-C578-408D-B570-927E38972D57}"/>
              </a:ext>
            </a:extLst>
          </p:cNvPr>
          <p:cNvSpPr>
            <a:spLocks xmlns:a="http://schemas.openxmlformats.org/drawingml/2006/main" noGrp="1"/>
          </p:cNvSpPr>
          <p:nvPr/>
        </p:nvSpPr>
        <p:spPr>
          <a:xfrm xmlns:a="http://schemas.openxmlformats.org/drawingml/2006/main">
            <a:off x="4914900" y="2647950"/>
            <a:ext cx="4629150" cy="1933575"/>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ADD0E8"/>
            </a:solidFill>
          </a:ln>
        </p:spPr>
      </p:sp>
      <p:sp>
        <p:nvSpPr>
          <p:cNvPr id="22" name="">
            <a:extLst xmlns:a="http://schemas.openxmlformats.org/drawingml/2006/main">
              <a:ext uri="{FF2B5EF4-FFF2-40B4-BE49-F238E27FC236}">
                <a16:creationId xmlns:a16="http://schemas.microsoft.com/office/drawing/2014/main" id="{0BA578FE-E7BF-4C70-AE2A-97E7F3989F68}"/>
              </a:ext>
            </a:extLst>
          </p:cNvPr>
          <p:cNvSpPr>
            <a:spLocks xmlns:a="http://schemas.openxmlformats.org/drawingml/2006/main" noGrp="1"/>
          </p:cNvSpPr>
          <p:nvPr/>
        </p:nvSpPr>
        <p:spPr>
          <a:xfrm xmlns:a="http://schemas.openxmlformats.org/drawingml/2006/main">
            <a:off x="4914900" y="2647950"/>
            <a:ext cx="4629150" cy="457200"/>
          </a:xfrm>
          <a:prstGeom xmlns:a="http://schemas.openxmlformats.org/drawingml/2006/main" prst="roundRect">
            <a:avLst>
              <a:gd name="adj" fmla="val 29167"/>
            </a:avLst>
          </a:prstGeom>
          <a:solidFill xmlns:a="http://schemas.openxmlformats.org/drawingml/2006/main">
            <a:srgbClr val="006BBE"/>
          </a:solidFill>
          <a:ln xmlns:a="http://schemas.openxmlformats.org/drawingml/2006/main" w="0">
            <a:solidFill>
              <a:srgbClr val="006BBE"/>
            </a:solidFill>
          </a:ln>
        </p:spPr>
      </p:sp>
      <p:sp>
        <p:nvSpPr>
          <p:cNvPr id="23" name="">
            <a:extLst xmlns:a="http://schemas.openxmlformats.org/drawingml/2006/main">
              <a:ext uri="{FF2B5EF4-FFF2-40B4-BE49-F238E27FC236}">
                <a16:creationId xmlns:a16="http://schemas.microsoft.com/office/drawing/2014/main" id="{E0D916B9-26CD-4D2F-BF74-6D1D719ED969}"/>
              </a:ext>
            </a:extLst>
          </p:cNvPr>
          <p:cNvSpPr>
            <a:spLocks xmlns:a="http://schemas.openxmlformats.org/drawingml/2006/main" noGrp="1"/>
          </p:cNvSpPr>
          <p:nvPr/>
        </p:nvSpPr>
        <p:spPr>
          <a:xfrm xmlns:a="http://schemas.openxmlformats.org/drawingml/2006/main">
            <a:off x="5038725" y="26860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2</a:t>
            </a:r>
          </a:p>
        </p:txBody>
      </p:sp>
      <p:sp>
        <p:nvSpPr>
          <p:cNvPr id="24" name="">
            <a:extLst xmlns:a="http://schemas.openxmlformats.org/drawingml/2006/main">
              <a:ext uri="{FF2B5EF4-FFF2-40B4-BE49-F238E27FC236}">
                <a16:creationId xmlns:a16="http://schemas.microsoft.com/office/drawing/2014/main" id="{F9815FBF-052F-4EBD-A48D-FE5EA6CF1A00}"/>
              </a:ext>
            </a:extLst>
          </p:cNvPr>
          <p:cNvSpPr>
            <a:spLocks xmlns:a="http://schemas.openxmlformats.org/drawingml/2006/main" noGrp="1"/>
          </p:cNvSpPr>
          <p:nvPr/>
        </p:nvSpPr>
        <p:spPr>
          <a:xfrm xmlns:a="http://schemas.openxmlformats.org/drawingml/2006/main">
            <a:off x="5505450" y="2733675"/>
            <a:ext cx="391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ESCANEO</a:t>
            </a:r>
          </a:p>
        </p:txBody>
      </p:sp>
      <p:sp>
        <p:nvSpPr>
          <p:cNvPr id="25" name="">
            <a:extLst xmlns:a="http://schemas.openxmlformats.org/drawingml/2006/main">
              <a:ext uri="{FF2B5EF4-FFF2-40B4-BE49-F238E27FC236}">
                <a16:creationId xmlns:a16="http://schemas.microsoft.com/office/drawing/2014/main" id="{09163C8A-1D8A-4D12-8A50-62AFD93363A3}"/>
              </a:ext>
            </a:extLst>
          </p:cNvPr>
          <p:cNvSpPr>
            <a:spLocks xmlns:a="http://schemas.openxmlformats.org/drawingml/2006/main" noGrp="1"/>
          </p:cNvSpPr>
          <p:nvPr/>
        </p:nvSpPr>
        <p:spPr>
          <a:xfrm xmlns:a="http://schemas.openxmlformats.org/drawingml/2006/main">
            <a:off x="5124450" y="3257550"/>
            <a:ext cx="4191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42D48"/>
                </a:solidFill>
                <a:latin typeface="Arial"/>
                <a:ea typeface="Arial"/>
                <a:cs typeface="Arial"/>
              </a:defRPr>
            </a:pPr>
            <a:r>
              <a:rPr sz="1500" b="0">
                <a:solidFill>
                  <a:srgbClr val="142D48"/>
                </a:solidFill>
                <a:latin typeface="Arial"/>
                <a:ea typeface="Arial"/>
                <a:cs typeface="Arial"/>
              </a:rPr>
              <a:t>Abra Canon CaptureOnTouch V5 Pro y use el perfil:</a:t>
            </a:r>
          </a:p>
        </p:txBody>
      </p:sp>
      <p:sp>
        <p:nvSpPr>
          <p:cNvPr id="26" name="">
            <a:extLst xmlns:a="http://schemas.openxmlformats.org/drawingml/2006/main">
              <a:ext uri="{FF2B5EF4-FFF2-40B4-BE49-F238E27FC236}">
                <a16:creationId xmlns:a16="http://schemas.microsoft.com/office/drawing/2014/main" id="{43D9EC98-7A97-4E7A-98C6-10B8C3C90103}"/>
              </a:ext>
            </a:extLst>
          </p:cNvPr>
          <p:cNvSpPr>
            <a:spLocks xmlns:a="http://schemas.openxmlformats.org/drawingml/2006/main" noGrp="1"/>
          </p:cNvSpPr>
          <p:nvPr/>
        </p:nvSpPr>
        <p:spPr>
          <a:xfrm xmlns:a="http://schemas.openxmlformats.org/drawingml/2006/main">
            <a:off x="5114925" y="3848100"/>
            <a:ext cx="4200525" cy="504825"/>
          </a:xfrm>
          <a:prstGeom xmlns:a="http://schemas.openxmlformats.org/drawingml/2006/main" prst="roundRect">
            <a:avLst>
              <a:gd name="adj" fmla="val 16981"/>
            </a:avLst>
          </a:prstGeom>
          <a:solidFill xmlns:a="http://schemas.openxmlformats.org/drawingml/2006/main">
            <a:srgbClr val="EDE4F7"/>
          </a:solidFill>
          <a:ln xmlns:a="http://schemas.openxmlformats.org/drawingml/2006/main" w="0">
            <a:solidFill>
              <a:srgbClr val="EDE4F7"/>
            </a:solidFill>
          </a:ln>
        </p:spPr>
      </p:sp>
      <p:sp>
        <p:nvSpPr>
          <p:cNvPr id="27" name="">
            <a:extLst xmlns:a="http://schemas.openxmlformats.org/drawingml/2006/main">
              <a:ext uri="{FF2B5EF4-FFF2-40B4-BE49-F238E27FC236}">
                <a16:creationId xmlns:a16="http://schemas.microsoft.com/office/drawing/2014/main" id="{D34B97F2-C33E-4E10-B204-D6075A403506}"/>
              </a:ext>
            </a:extLst>
          </p:cNvPr>
          <p:cNvSpPr>
            <a:spLocks xmlns:a="http://schemas.openxmlformats.org/drawingml/2006/main" noGrp="1"/>
          </p:cNvSpPr>
          <p:nvPr/>
        </p:nvSpPr>
        <p:spPr>
          <a:xfrm xmlns:a="http://schemas.openxmlformats.org/drawingml/2006/main">
            <a:off x="5248275" y="3943350"/>
            <a:ext cx="3924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76239F"/>
                </a:solidFill>
                <a:latin typeface="Arial"/>
                <a:ea typeface="Arial"/>
                <a:cs typeface="Arial"/>
              </a:defRPr>
            </a:pPr>
            <a:r>
              <a:rPr sz="1875" b="1">
                <a:solidFill>
                  <a:srgbClr val="76239F"/>
                </a:solidFill>
                <a:latin typeface="Arial"/>
                <a:ea typeface="Arial"/>
                <a:cs typeface="Arial"/>
              </a:rPr>
              <a:t>Aplicación Bitácoras</a:t>
            </a:r>
          </a:p>
        </p:txBody>
      </p:sp>
      <p:sp>
        <p:nvSpPr>
          <p:cNvPr id="28" name="">
            <a:extLst xmlns:a="http://schemas.openxmlformats.org/drawingml/2006/main">
              <a:ext uri="{FF2B5EF4-FFF2-40B4-BE49-F238E27FC236}">
                <a16:creationId xmlns:a16="http://schemas.microsoft.com/office/drawing/2014/main" id="{76D94FB9-518B-497D-AF5E-11BF3BD8FEFC}"/>
              </a:ext>
            </a:extLst>
          </p:cNvPr>
          <p:cNvSpPr>
            <a:spLocks xmlns:a="http://schemas.openxmlformats.org/drawingml/2006/main" noGrp="1"/>
          </p:cNvSpPr>
          <p:nvPr/>
        </p:nvSpPr>
        <p:spPr>
          <a:xfrm xmlns:a="http://schemas.openxmlformats.org/drawingml/2006/main">
            <a:off x="209550" y="4752975"/>
            <a:ext cx="9334500" cy="2609850"/>
          </a:xfrm>
          <a:prstGeom xmlns:a="http://schemas.openxmlformats.org/drawingml/2006/main" prst="roundRect">
            <a:avLst>
              <a:gd name="adj" fmla="val 5109"/>
            </a:avLst>
          </a:prstGeom>
          <a:solidFill xmlns:a="http://schemas.openxmlformats.org/drawingml/2006/main">
            <a:srgbClr val="FFFFFF"/>
          </a:solidFill>
          <a:ln xmlns:a="http://schemas.openxmlformats.org/drawingml/2006/main" w="9525">
            <a:solidFill>
              <a:srgbClr val="ADD0E8"/>
            </a:solidFill>
          </a:ln>
        </p:spPr>
      </p:sp>
      <p:sp>
        <p:nvSpPr>
          <p:cNvPr id="29" name="">
            <a:extLst xmlns:a="http://schemas.openxmlformats.org/drawingml/2006/main">
              <a:ext uri="{FF2B5EF4-FFF2-40B4-BE49-F238E27FC236}">
                <a16:creationId xmlns:a16="http://schemas.microsoft.com/office/drawing/2014/main" id="{A8076B8F-47AE-46D5-B7E3-42823DC9F8A7}"/>
              </a:ext>
            </a:extLst>
          </p:cNvPr>
          <p:cNvSpPr>
            <a:spLocks xmlns:a="http://schemas.openxmlformats.org/drawingml/2006/main" noGrp="1"/>
          </p:cNvSpPr>
          <p:nvPr/>
        </p:nvSpPr>
        <p:spPr>
          <a:xfrm xmlns:a="http://schemas.openxmlformats.org/drawingml/2006/main">
            <a:off x="209550" y="4752975"/>
            <a:ext cx="9334500" cy="457200"/>
          </a:xfrm>
          <a:prstGeom xmlns:a="http://schemas.openxmlformats.org/drawingml/2006/main" prst="roundRect">
            <a:avLst>
              <a:gd name="adj" fmla="val 29167"/>
            </a:avLst>
          </a:prstGeom>
          <a:solidFill xmlns:a="http://schemas.openxmlformats.org/drawingml/2006/main">
            <a:srgbClr val="006BBE"/>
          </a:solidFill>
          <a:ln xmlns:a="http://schemas.openxmlformats.org/drawingml/2006/main" w="0">
            <a:solidFill>
              <a:srgbClr val="006BBE"/>
            </a:solidFill>
          </a:ln>
        </p:spPr>
      </p:sp>
      <p:sp>
        <p:nvSpPr>
          <p:cNvPr id="30" name="">
            <a:extLst xmlns:a="http://schemas.openxmlformats.org/drawingml/2006/main">
              <a:ext uri="{FF2B5EF4-FFF2-40B4-BE49-F238E27FC236}">
                <a16:creationId xmlns:a16="http://schemas.microsoft.com/office/drawing/2014/main" id="{66511F8E-A9EC-4DE5-9803-4382E8188B5D}"/>
              </a:ext>
            </a:extLst>
          </p:cNvPr>
          <p:cNvSpPr>
            <a:spLocks xmlns:a="http://schemas.openxmlformats.org/drawingml/2006/main" noGrp="1"/>
          </p:cNvSpPr>
          <p:nvPr/>
        </p:nvSpPr>
        <p:spPr>
          <a:xfrm xmlns:a="http://schemas.openxmlformats.org/drawingml/2006/main">
            <a:off x="333375" y="47910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3</a:t>
            </a:r>
          </a:p>
        </p:txBody>
      </p:sp>
      <p:sp>
        <p:nvSpPr>
          <p:cNvPr id="31" name="">
            <a:extLst xmlns:a="http://schemas.openxmlformats.org/drawingml/2006/main">
              <a:ext uri="{FF2B5EF4-FFF2-40B4-BE49-F238E27FC236}">
                <a16:creationId xmlns:a16="http://schemas.microsoft.com/office/drawing/2014/main" id="{03E64112-498E-4D0D-BE32-449D35188A42}"/>
              </a:ext>
            </a:extLst>
          </p:cNvPr>
          <p:cNvSpPr>
            <a:spLocks xmlns:a="http://schemas.openxmlformats.org/drawingml/2006/main" noGrp="1"/>
          </p:cNvSpPr>
          <p:nvPr/>
        </p:nvSpPr>
        <p:spPr>
          <a:xfrm xmlns:a="http://schemas.openxmlformats.org/drawingml/2006/main">
            <a:off x="800100" y="4838700"/>
            <a:ext cx="862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TODOS LOS PDF EN UNA SOLA EJECUCIÓN</a:t>
            </a:r>
          </a:p>
        </p:txBody>
      </p:sp>
      <p:sp>
        <p:nvSpPr>
          <p:cNvPr id="32" name="">
            <a:extLst xmlns:a="http://schemas.openxmlformats.org/drawingml/2006/main">
              <a:ext uri="{FF2B5EF4-FFF2-40B4-BE49-F238E27FC236}">
                <a16:creationId xmlns:a16="http://schemas.microsoft.com/office/drawing/2014/main" id="{55A54B9B-684E-48B6-8A1C-854D00089521}"/>
              </a:ext>
            </a:extLst>
          </p:cNvPr>
          <p:cNvSpPr>
            <a:spLocks xmlns:a="http://schemas.openxmlformats.org/drawingml/2006/main" noGrp="1"/>
          </p:cNvSpPr>
          <p:nvPr/>
        </p:nvSpPr>
        <p:spPr>
          <a:xfrm xmlns:a="http://schemas.openxmlformats.org/drawingml/2006/main">
            <a:off x="419100" y="5257800"/>
            <a:ext cx="8896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42D48"/>
                </a:solidFill>
                <a:latin typeface="Arial"/>
                <a:ea typeface="Arial"/>
                <a:cs typeface="Arial"/>
              </a:defRPr>
            </a:pPr>
            <a:r>
              <a:rPr sz="1425" b="0">
                <a:solidFill>
                  <a:srgbClr val="142D48"/>
                </a:solidFill>
                <a:latin typeface="Arial"/>
                <a:ea typeface="Arial"/>
                <a:cs typeface="Arial"/>
              </a:rPr>
              <a:t>BITS detecta los PDF guardados en la carpeta input. También puede seleccionarlos desde cualquier directorio con Seleccionar… o Carpetas.</a:t>
            </a:r>
          </a:p>
        </p:txBody>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9217eb2ced624dc7"/>
          <a:stretch xmlns:a="http://schemas.openxmlformats.org/drawingml/2006/main"/>
        </p:blipFill>
        <p:spPr>
          <a:xfrm xmlns:a="http://schemas.openxmlformats.org/drawingml/2006/main">
            <a:off x="428625" y="5924550"/>
            <a:ext cx="5019675" cy="1328439"/>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CCA9570B-7186-4910-93FB-8B7EA5D92C2D}"/>
              </a:ext>
            </a:extLst>
          </p:cNvPr>
          <p:cNvSpPr>
            <a:spLocks xmlns:a="http://schemas.openxmlformats.org/drawingml/2006/main" noGrp="1"/>
          </p:cNvSpPr>
          <p:nvPr/>
        </p:nvSpPr>
        <p:spPr>
          <a:xfrm xmlns:a="http://schemas.openxmlformats.org/drawingml/2006/main">
            <a:off x="3055081" y="6238913"/>
            <a:ext cx="973513" cy="283941"/>
          </a:xfrm>
          <a:prstGeom xmlns:a="http://schemas.openxmlformats.org/drawingml/2006/main" prst="rect">
            <a:avLst/>
          </a:prstGeom>
          <a:noFill xmlns:a="http://schemas.openxmlformats.org/drawingml/2006/main"/>
          <a:ln xmlns:a="http://schemas.openxmlformats.org/drawingml/2006/main" w="23813">
            <a:solidFill>
              <a:srgbClr val="F02028"/>
            </a:solidFill>
          </a:ln>
        </p:spPr>
      </p:sp>
      <p:sp>
        <p:nvSpPr>
          <p:cNvPr id="35" name="">
            <a:extLst xmlns:a="http://schemas.openxmlformats.org/drawingml/2006/main">
              <a:ext uri="{FF2B5EF4-FFF2-40B4-BE49-F238E27FC236}">
                <a16:creationId xmlns:a16="http://schemas.microsoft.com/office/drawing/2014/main" id="{1F16C56A-C855-44DB-8D27-440F28036F97}"/>
              </a:ext>
            </a:extLst>
          </p:cNvPr>
          <p:cNvSpPr>
            <a:spLocks xmlns:a="http://schemas.openxmlformats.org/drawingml/2006/main" noGrp="1"/>
          </p:cNvSpPr>
          <p:nvPr/>
        </p:nvSpPr>
        <p:spPr>
          <a:xfrm xmlns:a="http://schemas.openxmlformats.org/drawingml/2006/main">
            <a:off x="5981700" y="5905500"/>
            <a:ext cx="33051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73C78"/>
                </a:solidFill>
                <a:latin typeface="Arial"/>
                <a:ea typeface="Arial"/>
                <a:cs typeface="Arial"/>
              </a:defRPr>
            </a:pPr>
            <a:r>
              <a:rPr sz="1275" b="1">
                <a:solidFill>
                  <a:srgbClr val="073C78"/>
                </a:solidFill>
                <a:latin typeface="Arial"/>
                <a:ea typeface="Arial"/>
                <a:cs typeface="Arial"/>
              </a:rPr>
              <a:t>Es mejor escanear en varios PDF y procesarlos juntos para aprovechar la inferencia.</a:t>
            </a:r>
          </a:p>
          <a:p xmlns:a="http://schemas.openxmlformats.org/drawingml/2006/main">
            <a:pPr algn="l">
              <a:defRPr sz="1275" b="1">
                <a:solidFill>
                  <a:srgbClr val="073C78"/>
                </a:solidFill>
                <a:latin typeface="Arial"/>
                <a:ea typeface="Arial"/>
                <a:cs typeface="Arial"/>
              </a:defRPr>
            </a:pPr>
            <a:r>
              <a:rPr sz="1275" b="1">
                <a:solidFill>
                  <a:srgbClr val="073C78"/>
                </a:solidFill>
                <a:latin typeface="Arial"/>
                <a:ea typeface="Arial"/>
                <a:cs typeface="Arial"/>
              </a:rPr>
              <a:t>Al terminar, BITS mueve los archivos procesados a input\processed.</a:t>
            </a:r>
          </a:p>
        </p:txBody>
      </p:sp>
      <p:sp>
        <p:nvSpPr>
          <p:cNvPr id="36" name="">
            <a:extLst xmlns:a="http://schemas.openxmlformats.org/drawingml/2006/main">
              <a:ext uri="{FF2B5EF4-FFF2-40B4-BE49-F238E27FC236}">
                <a16:creationId xmlns:a16="http://schemas.microsoft.com/office/drawing/2014/main" id="{FE8348F1-9D97-42D0-9AC6-40952CC5ED1D}"/>
              </a:ext>
            </a:extLst>
          </p:cNvPr>
          <p:cNvSpPr>
            <a:spLocks xmlns:a="http://schemas.openxmlformats.org/drawingml/2006/main" noGrp="1"/>
          </p:cNvSpPr>
          <p:nvPr/>
        </p:nvSpPr>
        <p:spPr>
          <a:xfrm xmlns:a="http://schemas.openxmlformats.org/drawingml/2006/main">
            <a:off x="209550" y="7553325"/>
            <a:ext cx="9334500" cy="4581525"/>
          </a:xfrm>
          <a:prstGeom xmlns:a="http://schemas.openxmlformats.org/drawingml/2006/main" prst="roundRect">
            <a:avLst>
              <a:gd name="adj" fmla="val 2911"/>
            </a:avLst>
          </a:prstGeom>
          <a:solidFill xmlns:a="http://schemas.openxmlformats.org/drawingml/2006/main">
            <a:srgbClr val="FFFFFF"/>
          </a:solidFill>
          <a:ln xmlns:a="http://schemas.openxmlformats.org/drawingml/2006/main" w="9525">
            <a:solidFill>
              <a:srgbClr val="ADD0E8"/>
            </a:solidFill>
          </a:ln>
        </p:spPr>
      </p:sp>
      <p:sp>
        <p:nvSpPr>
          <p:cNvPr id="37" name="">
            <a:extLst xmlns:a="http://schemas.openxmlformats.org/drawingml/2006/main">
              <a:ext uri="{FF2B5EF4-FFF2-40B4-BE49-F238E27FC236}">
                <a16:creationId xmlns:a16="http://schemas.microsoft.com/office/drawing/2014/main" id="{BB3CF117-CE7D-48A4-AED6-F78F4E2E86C9}"/>
              </a:ext>
            </a:extLst>
          </p:cNvPr>
          <p:cNvSpPr>
            <a:spLocks xmlns:a="http://schemas.openxmlformats.org/drawingml/2006/main" noGrp="1"/>
          </p:cNvSpPr>
          <p:nvPr/>
        </p:nvSpPr>
        <p:spPr>
          <a:xfrm xmlns:a="http://schemas.openxmlformats.org/drawingml/2006/main">
            <a:off x="209550" y="7553325"/>
            <a:ext cx="9334500" cy="457200"/>
          </a:xfrm>
          <a:prstGeom xmlns:a="http://schemas.openxmlformats.org/drawingml/2006/main" prst="roundRect">
            <a:avLst>
              <a:gd name="adj" fmla="val 29167"/>
            </a:avLst>
          </a:prstGeom>
          <a:solidFill xmlns:a="http://schemas.openxmlformats.org/drawingml/2006/main">
            <a:srgbClr val="76239F"/>
          </a:solidFill>
          <a:ln xmlns:a="http://schemas.openxmlformats.org/drawingml/2006/main" w="0">
            <a:solidFill>
              <a:srgbClr val="76239F"/>
            </a:solidFill>
          </a:ln>
        </p:spPr>
      </p:sp>
      <p:sp>
        <p:nvSpPr>
          <p:cNvPr id="38" name="">
            <a:extLst xmlns:a="http://schemas.openxmlformats.org/drawingml/2006/main">
              <a:ext uri="{FF2B5EF4-FFF2-40B4-BE49-F238E27FC236}">
                <a16:creationId xmlns:a16="http://schemas.microsoft.com/office/drawing/2014/main" id="{DDE34A20-D502-4DA0-9910-755A0F69A6DE}"/>
              </a:ext>
            </a:extLst>
          </p:cNvPr>
          <p:cNvSpPr>
            <a:spLocks xmlns:a="http://schemas.openxmlformats.org/drawingml/2006/main" noGrp="1"/>
          </p:cNvSpPr>
          <p:nvPr/>
        </p:nvSpPr>
        <p:spPr>
          <a:xfrm xmlns:a="http://schemas.openxmlformats.org/drawingml/2006/main">
            <a:off x="333375" y="759142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4</a:t>
            </a:r>
          </a:p>
        </p:txBody>
      </p:sp>
      <p:sp>
        <p:nvSpPr>
          <p:cNvPr id="39" name="">
            <a:extLst xmlns:a="http://schemas.openxmlformats.org/drawingml/2006/main">
              <a:ext uri="{FF2B5EF4-FFF2-40B4-BE49-F238E27FC236}">
                <a16:creationId xmlns:a16="http://schemas.microsoft.com/office/drawing/2014/main" id="{5D7B6C2E-19E7-4DD8-8C42-A934C1446E81}"/>
              </a:ext>
            </a:extLst>
          </p:cNvPr>
          <p:cNvSpPr>
            <a:spLocks xmlns:a="http://schemas.openxmlformats.org/drawingml/2006/main" noGrp="1"/>
          </p:cNvSpPr>
          <p:nvPr/>
        </p:nvSpPr>
        <p:spPr>
          <a:xfrm xmlns:a="http://schemas.openxmlformats.org/drawingml/2006/main">
            <a:off x="800100" y="7639050"/>
            <a:ext cx="862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EJECUTAR EN AUTOMÁTICO</a:t>
            </a:r>
          </a:p>
        </p:txBody>
      </p:sp>
      <p:sp>
        <p:nvSpPr>
          <p:cNvPr id="40" name="">
            <a:extLst xmlns:a="http://schemas.openxmlformats.org/drawingml/2006/main">
              <a:ext uri="{FF2B5EF4-FFF2-40B4-BE49-F238E27FC236}">
                <a16:creationId xmlns:a16="http://schemas.microsoft.com/office/drawing/2014/main" id="{E80E2474-EC63-4479-BAB6-4D3717CE89AA}"/>
              </a:ext>
            </a:extLst>
          </p:cNvPr>
          <p:cNvSpPr>
            <a:spLocks xmlns:a="http://schemas.openxmlformats.org/drawingml/2006/main" noGrp="1"/>
          </p:cNvSpPr>
          <p:nvPr/>
        </p:nvSpPr>
        <p:spPr>
          <a:xfrm xmlns:a="http://schemas.openxmlformats.org/drawingml/2006/main">
            <a:off x="428625" y="8134350"/>
            <a:ext cx="88773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42D48"/>
                </a:solidFill>
                <a:latin typeface="Arial"/>
                <a:ea typeface="Arial"/>
                <a:cs typeface="Arial"/>
              </a:defRPr>
            </a:pPr>
            <a:r>
              <a:rPr sz="1500" b="0">
                <a:solidFill>
                  <a:srgbClr val="142D48"/>
                </a:solidFill>
                <a:latin typeface="Arial"/>
                <a:ea typeface="Arial"/>
                <a:cs typeface="Arial"/>
              </a:rPr>
              <a:t>Con los archivos cargados, revise las opciones de la flecha y haga clic en Automático.</a:t>
            </a:r>
          </a:p>
        </p:txBody>
      </p:sp>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efa4783a518b41a4"/>
          <a:stretch xmlns:a="http://schemas.openxmlformats.org/drawingml/2006/main"/>
        </p:blipFill>
        <p:spPr>
          <a:xfrm xmlns:a="http://schemas.openxmlformats.org/drawingml/2006/main">
            <a:off x="409575" y="8753475"/>
            <a:ext cx="8934450" cy="1331108"/>
          </a:xfrm>
          <a:prstGeom xmlns:a="http://schemas.openxmlformats.org/drawingml/2006/main" prst="rect">
            <a:avLst/>
          </a:prstGeom>
        </p:spPr>
      </p:pic>
      <p:sp>
        <p:nvSpPr>
          <p:cNvPr id="42" name="">
            <a:extLst xmlns:a="http://schemas.openxmlformats.org/drawingml/2006/main">
              <a:ext uri="{FF2B5EF4-FFF2-40B4-BE49-F238E27FC236}">
                <a16:creationId xmlns:a16="http://schemas.microsoft.com/office/drawing/2014/main" id="{82FB958C-A1EC-4303-BF53-3067718C99BD}"/>
              </a:ext>
            </a:extLst>
          </p:cNvPr>
          <p:cNvSpPr>
            <a:spLocks xmlns:a="http://schemas.openxmlformats.org/drawingml/2006/main" noGrp="1"/>
          </p:cNvSpPr>
          <p:nvPr/>
        </p:nvSpPr>
        <p:spPr>
          <a:xfrm xmlns:a="http://schemas.openxmlformats.org/drawingml/2006/main">
            <a:off x="8445005" y="9694310"/>
            <a:ext cx="836298" cy="195136"/>
          </a:xfrm>
          <a:prstGeom xmlns:a="http://schemas.openxmlformats.org/drawingml/2006/main" prst="rect">
            <a:avLst/>
          </a:prstGeom>
          <a:noFill xmlns:a="http://schemas.openxmlformats.org/drawingml/2006/main"/>
          <a:ln xmlns:a="http://schemas.openxmlformats.org/drawingml/2006/main" w="23813">
            <a:solidFill>
              <a:srgbClr val="F02028"/>
            </a:solidFill>
          </a:ln>
        </p:spPr>
      </p:sp>
      <p:sp>
        <p:nvSpPr>
          <p:cNvPr id="43" name="">
            <a:extLst xmlns:a="http://schemas.openxmlformats.org/drawingml/2006/main">
              <a:ext uri="{FF2B5EF4-FFF2-40B4-BE49-F238E27FC236}">
                <a16:creationId xmlns:a16="http://schemas.microsoft.com/office/drawing/2014/main" id="{85B7289F-F061-4DBA-B653-90384452C8C9}"/>
              </a:ext>
            </a:extLst>
          </p:cNvPr>
          <p:cNvSpPr>
            <a:spLocks xmlns:a="http://schemas.openxmlformats.org/drawingml/2006/main" noGrp="1"/>
          </p:cNvSpPr>
          <p:nvPr/>
        </p:nvSpPr>
        <p:spPr>
          <a:xfrm xmlns:a="http://schemas.openxmlformats.org/drawingml/2006/main">
            <a:off x="428625" y="10287000"/>
            <a:ext cx="604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3C78"/>
                </a:solidFill>
                <a:latin typeface="Arial"/>
                <a:ea typeface="Arial"/>
                <a:cs typeface="Arial"/>
              </a:defRPr>
            </a:pPr>
            <a:r>
              <a:rPr sz="1800" b="1">
                <a:solidFill>
                  <a:srgbClr val="073C78"/>
                </a:solidFill>
                <a:latin typeface="Arial"/>
                <a:ea typeface="Arial"/>
                <a:cs typeface="Arial"/>
              </a:rPr>
              <a:t>Opciones automáticas</a:t>
            </a:r>
          </a:p>
        </p:txBody>
      </p:sp>
      <p:sp>
        <p:nvSpPr>
          <p:cNvPr id="44" name="">
            <a:extLst xmlns:a="http://schemas.openxmlformats.org/drawingml/2006/main">
              <a:ext uri="{FF2B5EF4-FFF2-40B4-BE49-F238E27FC236}">
                <a16:creationId xmlns:a16="http://schemas.microsoft.com/office/drawing/2014/main" id="{EDDCD2D9-A618-4F2E-BA2B-4664A62F419F}"/>
              </a:ext>
            </a:extLst>
          </p:cNvPr>
          <p:cNvSpPr>
            <a:spLocks xmlns:a="http://schemas.openxmlformats.org/drawingml/2006/main" noGrp="1"/>
          </p:cNvSpPr>
          <p:nvPr/>
        </p:nvSpPr>
        <p:spPr>
          <a:xfrm xmlns:a="http://schemas.openxmlformats.org/drawingml/2006/main">
            <a:off x="428625" y="10715625"/>
            <a:ext cx="600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42D48"/>
                </a:solidFill>
                <a:latin typeface="Arial"/>
                <a:ea typeface="Arial"/>
                <a:cs typeface="Arial"/>
              </a:defRPr>
            </a:pPr>
            <a:r>
              <a:rPr sz="1500" b="0">
                <a:solidFill>
                  <a:srgbClr val="142D48"/>
                </a:solidFill>
                <a:latin typeface="Arial"/>
                <a:ea typeface="Arial"/>
                <a:cs typeface="Arial"/>
              </a:rPr>
              <a:t>Deje marcadas Subir a AirVault e Indexar páginas.</a:t>
            </a:r>
          </a:p>
        </p:txBody>
      </p:sp>
      <p:sp>
        <p:nvSpPr>
          <p:cNvPr id="45" name="">
            <a:extLst xmlns:a="http://schemas.openxmlformats.org/drawingml/2006/main">
              <a:ext uri="{FF2B5EF4-FFF2-40B4-BE49-F238E27FC236}">
                <a16:creationId xmlns:a16="http://schemas.microsoft.com/office/drawing/2014/main" id="{844BC4DF-369C-4A36-A7DD-4577814C9922}"/>
              </a:ext>
            </a:extLst>
          </p:cNvPr>
          <p:cNvSpPr>
            <a:spLocks xmlns:a="http://schemas.openxmlformats.org/drawingml/2006/main" noGrp="1"/>
          </p:cNvSpPr>
          <p:nvPr/>
        </p:nvSpPr>
        <p:spPr>
          <a:xfrm xmlns:a="http://schemas.openxmlformats.org/drawingml/2006/main">
            <a:off x="428625" y="11363325"/>
            <a:ext cx="6000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42D48"/>
                </a:solidFill>
                <a:latin typeface="Arial"/>
                <a:ea typeface="Arial"/>
                <a:cs typeface="Arial"/>
              </a:defRPr>
            </a:pPr>
            <a:r>
              <a:rPr sz="1500" b="0">
                <a:solidFill>
                  <a:srgbClr val="142D48"/>
                </a:solidFill>
                <a:latin typeface="Arial"/>
                <a:ea typeface="Arial"/>
                <a:cs typeface="Arial"/>
              </a:rPr>
              <a:t>Si quiere que BITS también complete los batches sin revisión, marque Completar batch.</a:t>
            </a:r>
          </a:p>
        </p:txBody>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98b7ca4b7fc24787"/>
          <a:stretch xmlns:a="http://schemas.openxmlformats.org/drawingml/2006/main"/>
        </p:blipFill>
        <p:spPr>
          <a:xfrm xmlns:a="http://schemas.openxmlformats.org/drawingml/2006/main">
            <a:off x="6972300" y="10296525"/>
            <a:ext cx="2152650" cy="1737226"/>
          </a:xfrm>
          <a:prstGeom xmlns:a="http://schemas.openxmlformats.org/drawingml/2006/main" prst="rect">
            <a:avLst/>
          </a:prstGeom>
        </p:spPr>
      </p:pic>
      <p:sp>
        <p:nvSpPr>
          <p:cNvPr id="47" name="">
            <a:extLst xmlns:a="http://schemas.openxmlformats.org/drawingml/2006/main">
              <a:ext uri="{FF2B5EF4-FFF2-40B4-BE49-F238E27FC236}">
                <a16:creationId xmlns:a16="http://schemas.microsoft.com/office/drawing/2014/main" id="{79077DE6-B34F-499E-9E6C-52A37E43F97F}"/>
              </a:ext>
            </a:extLst>
          </p:cNvPr>
          <p:cNvSpPr>
            <a:spLocks xmlns:a="http://schemas.openxmlformats.org/drawingml/2006/main" noGrp="1"/>
          </p:cNvSpPr>
          <p:nvPr/>
        </p:nvSpPr>
        <p:spPr>
          <a:xfrm xmlns:a="http://schemas.openxmlformats.org/drawingml/2006/main">
            <a:off x="209550" y="12325350"/>
            <a:ext cx="9334500" cy="1181100"/>
          </a:xfrm>
          <a:prstGeom xmlns:a="http://schemas.openxmlformats.org/drawingml/2006/main" prst="roundRect">
            <a:avLst>
              <a:gd name="adj" fmla="val 11290"/>
            </a:avLst>
          </a:prstGeom>
          <a:solidFill xmlns:a="http://schemas.openxmlformats.org/drawingml/2006/main">
            <a:srgbClr val="DCEFFC"/>
          </a:solidFill>
          <a:ln xmlns:a="http://schemas.openxmlformats.org/drawingml/2006/main" w="9525">
            <a:solidFill>
              <a:srgbClr val="ADD0E8"/>
            </a:solidFill>
          </a:ln>
        </p:spPr>
      </p:sp>
      <p:sp>
        <p:nvSpPr>
          <p:cNvPr id="48" name="">
            <a:extLst xmlns:a="http://schemas.openxmlformats.org/drawingml/2006/main">
              <a:ext uri="{FF2B5EF4-FFF2-40B4-BE49-F238E27FC236}">
                <a16:creationId xmlns:a16="http://schemas.microsoft.com/office/drawing/2014/main" id="{6E834E6C-1601-44B3-86E0-D33E5569807A}"/>
              </a:ext>
            </a:extLst>
          </p:cNvPr>
          <p:cNvSpPr>
            <a:spLocks xmlns:a="http://schemas.openxmlformats.org/drawingml/2006/main" noGrp="1"/>
          </p:cNvSpPr>
          <p:nvPr/>
        </p:nvSpPr>
        <p:spPr>
          <a:xfrm xmlns:a="http://schemas.openxmlformats.org/drawingml/2006/main">
            <a:off x="419100" y="12477750"/>
            <a:ext cx="8743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3C78"/>
                </a:solidFill>
                <a:latin typeface="Arial"/>
                <a:ea typeface="Arial"/>
                <a:cs typeface="Arial"/>
              </a:defRPr>
            </a:pPr>
            <a:r>
              <a:rPr sz="1800" b="1">
                <a:solidFill>
                  <a:srgbClr val="073C78"/>
                </a:solidFill>
                <a:latin typeface="Arial"/>
                <a:ea typeface="Arial"/>
                <a:cs typeface="Arial"/>
              </a:rPr>
              <a:t>¿Qué ocurre después?</a:t>
            </a:r>
          </a:p>
        </p:txBody>
      </p:sp>
      <p:sp>
        <p:nvSpPr>
          <p:cNvPr id="49" name="">
            <a:extLst xmlns:a="http://schemas.openxmlformats.org/drawingml/2006/main">
              <a:ext uri="{FF2B5EF4-FFF2-40B4-BE49-F238E27FC236}">
                <a16:creationId xmlns:a16="http://schemas.microsoft.com/office/drawing/2014/main" id="{A52CC915-8B03-4193-A463-76E38F5D5F33}"/>
              </a:ext>
            </a:extLst>
          </p:cNvPr>
          <p:cNvSpPr>
            <a:spLocks xmlns:a="http://schemas.openxmlformats.org/drawingml/2006/main" noGrp="1"/>
          </p:cNvSpPr>
          <p:nvPr/>
        </p:nvSpPr>
        <p:spPr>
          <a:xfrm xmlns:a="http://schemas.openxmlformats.org/drawingml/2006/main">
            <a:off x="419100" y="12906375"/>
            <a:ext cx="88201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42D48"/>
                </a:solidFill>
                <a:latin typeface="Arial"/>
                <a:ea typeface="Arial"/>
                <a:cs typeface="Arial"/>
              </a:defRPr>
            </a:pPr>
            <a:r>
              <a:rPr sz="1500" b="0">
                <a:solidFill>
                  <a:srgbClr val="142D48"/>
                </a:solidFill>
                <a:latin typeface="Arial"/>
                <a:ea typeface="Arial"/>
                <a:cs typeface="Arial"/>
              </a:rPr>
              <a:t>BITS procesa, exporta, sube los archivos a AirVault e indexa las páginas. Los batches que necesiten revisión quedan separados con el sufijo REVISAR.</a:t>
            </a:r>
          </a:p>
        </p:txBody>
      </p:sp>
    </p:spTree>
    <p:extLst>
      <p:ext uri="{BB962C8B-B14F-4D97-AF65-F5344CB8AC3E}">
        <p14:creationId xmlns:p14="http://schemas.microsoft.com/office/powerpoint/2010/main" val="1251063759"/>
      </p:ext>
    </p:extLst>
  </p:cSld>
</p:sld>
</file>

<file path=ppt/slides/slide2.xml><?xml version="1.0" encoding="utf-8"?>
<p:sld xmlns:p="http://schemas.openxmlformats.org/presentationml/2006/main">
  <p:cSld>
    <p:bg>
      <p:bgPr>
        <a:solidFill xmlns:a="http://schemas.openxmlformats.org/drawingml/2006/main">
          <a:srgbClr val="F5F9FD"/>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C4E4300-5A75-4EB3-BEF5-EF5DCFC80A7D}"/>
              </a:ext>
            </a:extLst>
          </p:cNvPr>
          <p:cNvSpPr>
            <a:spLocks xmlns:a="http://schemas.openxmlformats.org/drawingml/2006/main" noGrp="1"/>
          </p:cNvSpPr>
          <p:nvPr/>
        </p:nvSpPr>
        <p:spPr>
          <a:xfrm xmlns:a="http://schemas.openxmlformats.org/drawingml/2006/main">
            <a:off x="0" y="0"/>
            <a:ext cx="9753600" cy="1562100"/>
          </a:xfrm>
          <a:prstGeom xmlns:a="http://schemas.openxmlformats.org/drawingml/2006/main" prst="rect">
            <a:avLst/>
          </a:prstGeom>
          <a:gradFill xmlns:a="http://schemas.openxmlformats.org/drawingml/2006/main">
            <a:gsLst>
              <a:gs pos="0">
                <a:srgbClr val="8722AF"/>
              </a:gs>
              <a:gs pos="42000">
                <a:srgbClr val="292278"/>
              </a:gs>
              <a:gs pos="76000">
                <a:srgbClr val="003D8D"/>
              </a:gs>
              <a:gs pos="100000">
                <a:srgbClr val="087CC9"/>
              </a:gs>
            </a:gsLst>
            <a:lin ang="0"/>
          </a:gradFill>
          <a:ln xmlns:a="http://schemas.openxmlformats.org/drawingml/2006/main" w="0">
            <a:gradFill>
              <a:gsLst>
                <a:gs pos="0">
                  <a:srgbClr val="8722AF"/>
                </a:gs>
                <a:gs pos="42000">
                  <a:srgbClr val="292278"/>
                </a:gs>
                <a:gs pos="76000">
                  <a:srgbClr val="003D8D"/>
                </a:gs>
                <a:gs pos="100000">
                  <a:srgbClr val="087CC9"/>
                </a:gs>
              </a:gsLst>
              <a:lin ang="0"/>
            </a:grad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d1ae53b2b0334e1a"/>
          <a:stretch xmlns:a="http://schemas.openxmlformats.org/drawingml/2006/main"/>
        </p:blipFill>
        <p:spPr>
          <a:xfrm xmlns:a="http://schemas.openxmlformats.org/drawingml/2006/main">
            <a:off x="7467600" y="609600"/>
            <a:ext cx="2047875" cy="543007"/>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12da7da297794033"/>
          <a:stretch xmlns:a="http://schemas.openxmlformats.org/drawingml/2006/main"/>
        </p:blipFill>
        <p:spPr>
          <a:xfrm xmlns:a="http://schemas.openxmlformats.org/drawingml/2006/main">
            <a:off x="342900" y="419100"/>
            <a:ext cx="819150" cy="819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65AEB54-3F7E-412D-8F59-1AFB80DBF66D}"/>
              </a:ext>
            </a:extLst>
          </p:cNvPr>
          <p:cNvSpPr>
            <a:spLocks xmlns:a="http://schemas.openxmlformats.org/drawingml/2006/main" noGrp="1"/>
          </p:cNvSpPr>
          <p:nvPr/>
        </p:nvSpPr>
        <p:spPr>
          <a:xfrm xmlns:a="http://schemas.openxmlformats.org/drawingml/2006/main">
            <a:off x="1304925" y="523875"/>
            <a:ext cx="171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BITS</a:t>
            </a:r>
          </a:p>
        </p:txBody>
      </p:sp>
      <p:sp>
        <p:nvSpPr>
          <p:cNvPr id="5" name="">
            <a:extLst xmlns:a="http://schemas.openxmlformats.org/drawingml/2006/main">
              <a:ext uri="{FF2B5EF4-FFF2-40B4-BE49-F238E27FC236}">
                <a16:creationId xmlns:a16="http://schemas.microsoft.com/office/drawing/2014/main" id="{2D4B6CA0-E7DF-46F2-A319-ADF89C442911}"/>
              </a:ext>
            </a:extLst>
          </p:cNvPr>
          <p:cNvSpPr>
            <a:spLocks xmlns:a="http://schemas.openxmlformats.org/drawingml/2006/main" noGrp="1"/>
          </p:cNvSpPr>
          <p:nvPr/>
        </p:nvSpPr>
        <p:spPr>
          <a:xfrm xmlns:a="http://schemas.openxmlformats.org/drawingml/2006/main">
            <a:off x="3067050" y="238125"/>
            <a:ext cx="9525" cy="1095375"/>
          </a:xfrm>
          <a:prstGeom xmlns:a="http://schemas.openxmlformats.org/drawingml/2006/main" prst="rect">
            <a:avLst/>
          </a:prstGeom>
          <a:solidFill xmlns:a="http://schemas.openxmlformats.org/drawingml/2006/main">
            <a:srgbClr val="CDDDF4"/>
          </a:solidFill>
          <a:ln xmlns:a="http://schemas.openxmlformats.org/drawingml/2006/main" w="0">
            <a:solidFill>
              <a:srgbClr val="CDDDF4"/>
            </a:solidFill>
          </a:ln>
        </p:spPr>
      </p:sp>
      <p:sp>
        <p:nvSpPr>
          <p:cNvPr id="6" name="">
            <a:extLst xmlns:a="http://schemas.openxmlformats.org/drawingml/2006/main">
              <a:ext uri="{FF2B5EF4-FFF2-40B4-BE49-F238E27FC236}">
                <a16:creationId xmlns:a16="http://schemas.microsoft.com/office/drawing/2014/main" id="{9EC12F71-1851-418E-A714-24367921BAE2}"/>
              </a:ext>
            </a:extLst>
          </p:cNvPr>
          <p:cNvSpPr>
            <a:spLocks xmlns:a="http://schemas.openxmlformats.org/drawingml/2006/main" noGrp="1"/>
          </p:cNvSpPr>
          <p:nvPr/>
        </p:nvSpPr>
        <p:spPr>
          <a:xfrm xmlns:a="http://schemas.openxmlformats.org/drawingml/2006/main">
            <a:off x="3305175" y="209550"/>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GUÍA RÁPIDA</a:t>
            </a:r>
          </a:p>
        </p:txBody>
      </p:sp>
      <p:sp>
        <p:nvSpPr>
          <p:cNvPr id="7" name="">
            <a:extLst xmlns:a="http://schemas.openxmlformats.org/drawingml/2006/main">
              <a:ext uri="{FF2B5EF4-FFF2-40B4-BE49-F238E27FC236}">
                <a16:creationId xmlns:a16="http://schemas.microsoft.com/office/drawing/2014/main" id="{67C0073A-667B-4823-AE3F-AD0C3DB6B262}"/>
              </a:ext>
            </a:extLst>
          </p:cNvPr>
          <p:cNvSpPr>
            <a:spLocks xmlns:a="http://schemas.openxmlformats.org/drawingml/2006/main" noGrp="1"/>
          </p:cNvSpPr>
          <p:nvPr/>
        </p:nvSpPr>
        <p:spPr>
          <a:xfrm xmlns:a="http://schemas.openxmlformats.org/drawingml/2006/main">
            <a:off x="3333750" y="781050"/>
            <a:ext cx="3571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RESULTADOS Y LIMPIEZA</a:t>
            </a:r>
          </a:p>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DE REPORTES</a:t>
            </a:r>
          </a:p>
        </p:txBody>
      </p:sp>
      <p:sp>
        <p:nvSpPr>
          <p:cNvPr id="8" name="">
            <a:extLst xmlns:a="http://schemas.openxmlformats.org/drawingml/2006/main">
              <a:ext uri="{FF2B5EF4-FFF2-40B4-BE49-F238E27FC236}">
                <a16:creationId xmlns:a16="http://schemas.microsoft.com/office/drawing/2014/main" id="{4BFB8B91-D381-4EC7-AD7F-6B5501BCFA25}"/>
              </a:ext>
            </a:extLst>
          </p:cNvPr>
          <p:cNvSpPr>
            <a:spLocks xmlns:a="http://schemas.openxmlformats.org/drawingml/2006/main" noGrp="1"/>
          </p:cNvSpPr>
          <p:nvPr/>
        </p:nvSpPr>
        <p:spPr>
          <a:xfrm xmlns:a="http://schemas.openxmlformats.org/drawingml/2006/main">
            <a:off x="0" y="13696950"/>
            <a:ext cx="9753600" cy="933450"/>
          </a:xfrm>
          <a:prstGeom xmlns:a="http://schemas.openxmlformats.org/drawingml/2006/main" prst="rect">
            <a:avLst/>
          </a:prstGeom>
          <a:gradFill xmlns:a="http://schemas.openxmlformats.org/drawingml/2006/main">
            <a:gsLst>
              <a:gs pos="0">
                <a:srgbClr val="00519C"/>
              </a:gs>
              <a:gs pos="100000">
                <a:srgbClr val="00397F"/>
              </a:gs>
            </a:gsLst>
            <a:lin ang="5400000"/>
          </a:gradFill>
          <a:ln xmlns:a="http://schemas.openxmlformats.org/drawingml/2006/main" w="0">
            <a:gradFill>
              <a:gsLst>
                <a:gs pos="0">
                  <a:srgbClr val="00519C"/>
                </a:gs>
                <a:gs pos="100000">
                  <a:srgbClr val="00397F"/>
                </a:gs>
              </a:gsLst>
              <a:lin ang="5400000"/>
            </a:grad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2c130894a5104b1f"/>
          <a:stretch xmlns:a="http://schemas.openxmlformats.org/drawingml/2006/main"/>
        </p:blipFill>
        <p:spPr>
          <a:xfrm xmlns:a="http://schemas.openxmlformats.org/drawingml/2006/main">
            <a:off x="228600" y="13982700"/>
            <a:ext cx="2333625" cy="4000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9823CD1-AD74-4CFB-9E80-67943B0CD81F}"/>
              </a:ext>
            </a:extLst>
          </p:cNvPr>
          <p:cNvSpPr>
            <a:spLocks xmlns:a="http://schemas.openxmlformats.org/drawingml/2006/main" noGrp="1"/>
          </p:cNvSpPr>
          <p:nvPr/>
        </p:nvSpPr>
        <p:spPr>
          <a:xfrm xmlns:a="http://schemas.openxmlformats.org/drawingml/2006/main">
            <a:off x="2838450" y="13963650"/>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BITS</a:t>
            </a:r>
          </a:p>
        </p:txBody>
      </p:sp>
      <p:sp>
        <p:nvSpPr>
          <p:cNvPr id="11" name="">
            <a:extLst xmlns:a="http://schemas.openxmlformats.org/drawingml/2006/main">
              <a:ext uri="{FF2B5EF4-FFF2-40B4-BE49-F238E27FC236}">
                <a16:creationId xmlns:a16="http://schemas.microsoft.com/office/drawing/2014/main" id="{A191BBEE-FA9B-4C2F-8F59-A0821D0CDB3B}"/>
              </a:ext>
            </a:extLst>
          </p:cNvPr>
          <p:cNvSpPr>
            <a:spLocks xmlns:a="http://schemas.openxmlformats.org/drawingml/2006/main" noGrp="1"/>
          </p:cNvSpPr>
          <p:nvPr/>
        </p:nvSpPr>
        <p:spPr>
          <a:xfrm xmlns:a="http://schemas.openxmlformats.org/drawingml/2006/main">
            <a:off x="8410575" y="14030325"/>
            <a:ext cx="91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500" b="0">
                <a:solidFill>
                  <a:srgbClr val="FFFFFF"/>
                </a:solidFill>
                <a:latin typeface="Arial"/>
                <a:ea typeface="Arial"/>
                <a:cs typeface="Arial"/>
              </a:defRPr>
            </a:pPr>
            <a:r>
              <a:rPr sz="1500" b="0">
                <a:solidFill>
                  <a:srgbClr val="FFFFFF"/>
                </a:solidFill>
                <a:latin typeface="Arial"/>
                <a:ea typeface="Arial"/>
                <a:cs typeface="Arial"/>
              </a:rPr>
              <a:t>2 / 2</a:t>
            </a:r>
          </a:p>
        </p:txBody>
      </p:sp>
      <p:sp>
        <p:nvSpPr>
          <p:cNvPr id="12" name="">
            <a:extLst xmlns:a="http://schemas.openxmlformats.org/drawingml/2006/main">
              <a:ext uri="{FF2B5EF4-FFF2-40B4-BE49-F238E27FC236}">
                <a16:creationId xmlns:a16="http://schemas.microsoft.com/office/drawing/2014/main" id="{DDE48F1C-C599-4BA2-8C88-D64451E096ED}"/>
              </a:ext>
            </a:extLst>
          </p:cNvPr>
          <p:cNvSpPr>
            <a:spLocks xmlns:a="http://schemas.openxmlformats.org/drawingml/2006/main" noGrp="1"/>
          </p:cNvSpPr>
          <p:nvPr/>
        </p:nvSpPr>
        <p:spPr>
          <a:xfrm xmlns:a="http://schemas.openxmlformats.org/drawingml/2006/main">
            <a:off x="209550" y="1752600"/>
            <a:ext cx="9334500" cy="2105025"/>
          </a:xfrm>
          <a:prstGeom xmlns:a="http://schemas.openxmlformats.org/drawingml/2006/main" prst="roundRect">
            <a:avLst>
              <a:gd name="adj" fmla="val 6335"/>
            </a:avLst>
          </a:prstGeom>
          <a:solidFill xmlns:a="http://schemas.openxmlformats.org/drawingml/2006/main">
            <a:srgbClr val="FFFFFF"/>
          </a:solidFill>
          <a:ln xmlns:a="http://schemas.openxmlformats.org/drawingml/2006/main" w="9525">
            <a:solidFill>
              <a:srgbClr val="ADD0E8"/>
            </a:solidFill>
          </a:ln>
        </p:spPr>
      </p:sp>
      <p:sp>
        <p:nvSpPr>
          <p:cNvPr id="13" name="">
            <a:extLst xmlns:a="http://schemas.openxmlformats.org/drawingml/2006/main">
              <a:ext uri="{FF2B5EF4-FFF2-40B4-BE49-F238E27FC236}">
                <a16:creationId xmlns:a16="http://schemas.microsoft.com/office/drawing/2014/main" id="{F1E75540-517E-41F0-81FC-F71952132F6B}"/>
              </a:ext>
            </a:extLst>
          </p:cNvPr>
          <p:cNvSpPr>
            <a:spLocks xmlns:a="http://schemas.openxmlformats.org/drawingml/2006/main" noGrp="1"/>
          </p:cNvSpPr>
          <p:nvPr/>
        </p:nvSpPr>
        <p:spPr>
          <a:xfrm xmlns:a="http://schemas.openxmlformats.org/drawingml/2006/main">
            <a:off x="209550" y="1752600"/>
            <a:ext cx="9334500" cy="457200"/>
          </a:xfrm>
          <a:prstGeom xmlns:a="http://schemas.openxmlformats.org/drawingml/2006/main" prst="roundRect">
            <a:avLst>
              <a:gd name="adj" fmla="val 29167"/>
            </a:avLst>
          </a:prstGeom>
          <a:solidFill xmlns:a="http://schemas.openxmlformats.org/drawingml/2006/main">
            <a:srgbClr val="006BBE"/>
          </a:solidFill>
          <a:ln xmlns:a="http://schemas.openxmlformats.org/drawingml/2006/main" w="0">
            <a:solidFill>
              <a:srgbClr val="006BBE"/>
            </a:solidFill>
          </a:ln>
        </p:spPr>
      </p:sp>
      <p:sp>
        <p:nvSpPr>
          <p:cNvPr id="14" name="">
            <a:extLst xmlns:a="http://schemas.openxmlformats.org/drawingml/2006/main">
              <a:ext uri="{FF2B5EF4-FFF2-40B4-BE49-F238E27FC236}">
                <a16:creationId xmlns:a16="http://schemas.microsoft.com/office/drawing/2014/main" id="{DCAB6665-62F0-448E-A5CB-905EC28CF101}"/>
              </a:ext>
            </a:extLst>
          </p:cNvPr>
          <p:cNvSpPr>
            <a:spLocks xmlns:a="http://schemas.openxmlformats.org/drawingml/2006/main" noGrp="1"/>
          </p:cNvSpPr>
          <p:nvPr/>
        </p:nvSpPr>
        <p:spPr>
          <a:xfrm xmlns:a="http://schemas.openxmlformats.org/drawingml/2006/main">
            <a:off x="333375" y="17907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5</a:t>
            </a:r>
          </a:p>
        </p:txBody>
      </p:sp>
      <p:sp>
        <p:nvSpPr>
          <p:cNvPr id="15" name="">
            <a:extLst xmlns:a="http://schemas.openxmlformats.org/drawingml/2006/main">
              <a:ext uri="{FF2B5EF4-FFF2-40B4-BE49-F238E27FC236}">
                <a16:creationId xmlns:a16="http://schemas.microsoft.com/office/drawing/2014/main" id="{9C3E96D5-B58D-455B-9BDC-934B2F80C6ED}"/>
              </a:ext>
            </a:extLst>
          </p:cNvPr>
          <p:cNvSpPr>
            <a:spLocks xmlns:a="http://schemas.openxmlformats.org/drawingml/2006/main" noGrp="1"/>
          </p:cNvSpPr>
          <p:nvPr/>
        </p:nvSpPr>
        <p:spPr>
          <a:xfrm xmlns:a="http://schemas.openxmlformats.org/drawingml/2006/main">
            <a:off x="800100" y="1838325"/>
            <a:ext cx="862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RESULTADOS EN AIRVAULT</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dae314d856634f44"/>
          <a:stretch xmlns:a="http://schemas.openxmlformats.org/drawingml/2006/main"/>
        </p:blipFill>
        <p:spPr>
          <a:xfrm xmlns:a="http://schemas.openxmlformats.org/drawingml/2006/main">
            <a:off x="409575" y="2352675"/>
            <a:ext cx="8934450" cy="573021"/>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D12B4A73-4EA5-4085-A485-89B9B3FEF1DE}"/>
              </a:ext>
            </a:extLst>
          </p:cNvPr>
          <p:cNvSpPr>
            <a:spLocks xmlns:a="http://schemas.openxmlformats.org/drawingml/2006/main" noGrp="1"/>
          </p:cNvSpPr>
          <p:nvPr/>
        </p:nvSpPr>
        <p:spPr>
          <a:xfrm xmlns:a="http://schemas.openxmlformats.org/drawingml/2006/main">
            <a:off x="419100" y="3009900"/>
            <a:ext cx="891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77086"/>
                </a:solidFill>
                <a:latin typeface="Arial"/>
                <a:ea typeface="Arial"/>
                <a:cs typeface="Arial"/>
              </a:defRPr>
            </a:pPr>
            <a:r>
              <a:rPr sz="1200" b="0">
                <a:solidFill>
                  <a:srgbClr val="577086"/>
                </a:solidFill>
                <a:latin typeface="Arial"/>
                <a:ea typeface="Arial"/>
                <a:cs typeface="Arial"/>
              </a:rPr>
              <a:t>Ejemplo de la captura: las cantidades cambian en cada ejecución.</a:t>
            </a:r>
          </a:p>
        </p:txBody>
      </p:sp>
      <p:sp>
        <p:nvSpPr>
          <p:cNvPr id="18" name="">
            <a:extLst xmlns:a="http://schemas.openxmlformats.org/drawingml/2006/main">
              <a:ext uri="{FF2B5EF4-FFF2-40B4-BE49-F238E27FC236}">
                <a16:creationId xmlns:a16="http://schemas.microsoft.com/office/drawing/2014/main" id="{6F776557-7138-4657-9FDD-B170FD1E5844}"/>
              </a:ext>
            </a:extLst>
          </p:cNvPr>
          <p:cNvSpPr>
            <a:spLocks xmlns:a="http://schemas.openxmlformats.org/drawingml/2006/main" noGrp="1"/>
          </p:cNvSpPr>
          <p:nvPr/>
        </p:nvSpPr>
        <p:spPr>
          <a:xfrm xmlns:a="http://schemas.openxmlformats.org/drawingml/2006/main">
            <a:off x="419100" y="3324225"/>
            <a:ext cx="8886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42D48"/>
                </a:solidFill>
                <a:latin typeface="Arial"/>
                <a:ea typeface="Arial"/>
                <a:cs typeface="Arial"/>
              </a:defRPr>
            </a:pPr>
            <a:r>
              <a:rPr sz="1425" b="0">
                <a:solidFill>
                  <a:srgbClr val="142D48"/>
                </a:solidFill>
                <a:latin typeface="Arial"/>
                <a:ea typeface="Arial"/>
                <a:cs typeface="Arial"/>
              </a:rPr>
              <a:t>Los batches sin revisión se indexan automáticamente. Puede quedar uno o varios con el sufijo REVISAR: esos se indexan manualmente en AirVault.</a:t>
            </a:r>
          </a:p>
        </p:txBody>
      </p:sp>
      <p:sp>
        <p:nvSpPr>
          <p:cNvPr id="19" name="">
            <a:extLst xmlns:a="http://schemas.openxmlformats.org/drawingml/2006/main">
              <a:ext uri="{FF2B5EF4-FFF2-40B4-BE49-F238E27FC236}">
                <a16:creationId xmlns:a16="http://schemas.microsoft.com/office/drawing/2014/main" id="{935D2091-5394-4E19-999F-64E72815F862}"/>
              </a:ext>
            </a:extLst>
          </p:cNvPr>
          <p:cNvSpPr>
            <a:spLocks xmlns:a="http://schemas.openxmlformats.org/drawingml/2006/main" noGrp="1"/>
          </p:cNvSpPr>
          <p:nvPr/>
        </p:nvSpPr>
        <p:spPr>
          <a:xfrm xmlns:a="http://schemas.openxmlformats.org/drawingml/2006/main">
            <a:off x="209550" y="4019550"/>
            <a:ext cx="9334500" cy="5905500"/>
          </a:xfrm>
          <a:prstGeom xmlns:a="http://schemas.openxmlformats.org/drawingml/2006/main" prst="roundRect">
            <a:avLst>
              <a:gd name="adj" fmla="val 2258"/>
            </a:avLst>
          </a:prstGeom>
          <a:solidFill xmlns:a="http://schemas.openxmlformats.org/drawingml/2006/main">
            <a:srgbClr val="FFFFFF"/>
          </a:solidFill>
          <a:ln xmlns:a="http://schemas.openxmlformats.org/drawingml/2006/main" w="9525">
            <a:solidFill>
              <a:srgbClr val="ADD0E8"/>
            </a:solidFill>
          </a:ln>
        </p:spPr>
      </p:sp>
      <p:sp>
        <p:nvSpPr>
          <p:cNvPr id="20" name="">
            <a:extLst xmlns:a="http://schemas.openxmlformats.org/drawingml/2006/main">
              <a:ext uri="{FF2B5EF4-FFF2-40B4-BE49-F238E27FC236}">
                <a16:creationId xmlns:a16="http://schemas.microsoft.com/office/drawing/2014/main" id="{2CE67D75-A5B7-4F17-9E90-A3B49CEEACD9}"/>
              </a:ext>
            </a:extLst>
          </p:cNvPr>
          <p:cNvSpPr>
            <a:spLocks xmlns:a="http://schemas.openxmlformats.org/drawingml/2006/main" noGrp="1"/>
          </p:cNvSpPr>
          <p:nvPr/>
        </p:nvSpPr>
        <p:spPr>
          <a:xfrm xmlns:a="http://schemas.openxmlformats.org/drawingml/2006/main">
            <a:off x="209550" y="4019550"/>
            <a:ext cx="9334500" cy="457200"/>
          </a:xfrm>
          <a:prstGeom xmlns:a="http://schemas.openxmlformats.org/drawingml/2006/main" prst="roundRect">
            <a:avLst>
              <a:gd name="adj" fmla="val 29167"/>
            </a:avLst>
          </a:prstGeom>
          <a:solidFill xmlns:a="http://schemas.openxmlformats.org/drawingml/2006/main">
            <a:srgbClr val="76239F"/>
          </a:solidFill>
          <a:ln xmlns:a="http://schemas.openxmlformats.org/drawingml/2006/main" w="0">
            <a:solidFill>
              <a:srgbClr val="76239F"/>
            </a:solidFill>
          </a:ln>
        </p:spPr>
      </p:sp>
      <p:sp>
        <p:nvSpPr>
          <p:cNvPr id="21" name="">
            <a:extLst xmlns:a="http://schemas.openxmlformats.org/drawingml/2006/main">
              <a:ext uri="{FF2B5EF4-FFF2-40B4-BE49-F238E27FC236}">
                <a16:creationId xmlns:a16="http://schemas.microsoft.com/office/drawing/2014/main" id="{1B392A39-B75E-4D56-955B-C3E7D7600F17}"/>
              </a:ext>
            </a:extLst>
          </p:cNvPr>
          <p:cNvSpPr>
            <a:spLocks xmlns:a="http://schemas.openxmlformats.org/drawingml/2006/main" noGrp="1"/>
          </p:cNvSpPr>
          <p:nvPr/>
        </p:nvSpPr>
        <p:spPr>
          <a:xfrm xmlns:a="http://schemas.openxmlformats.org/drawingml/2006/main">
            <a:off x="333375" y="40576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6</a:t>
            </a:r>
          </a:p>
        </p:txBody>
      </p:sp>
      <p:sp>
        <p:nvSpPr>
          <p:cNvPr id="22" name="">
            <a:extLst xmlns:a="http://schemas.openxmlformats.org/drawingml/2006/main">
              <a:ext uri="{FF2B5EF4-FFF2-40B4-BE49-F238E27FC236}">
                <a16:creationId xmlns:a16="http://schemas.microsoft.com/office/drawing/2014/main" id="{CDF59CB6-8DE6-46D8-B018-2C1923EE1B0B}"/>
              </a:ext>
            </a:extLst>
          </p:cNvPr>
          <p:cNvSpPr>
            <a:spLocks xmlns:a="http://schemas.openxmlformats.org/drawingml/2006/main" noGrp="1"/>
          </p:cNvSpPr>
          <p:nvPr/>
        </p:nvSpPr>
        <p:spPr>
          <a:xfrm xmlns:a="http://schemas.openxmlformats.org/drawingml/2006/main">
            <a:off x="800100" y="4105275"/>
            <a:ext cx="862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CONSULTA DEL REPORTE</a:t>
            </a:r>
          </a:p>
        </p:txBody>
      </p:sp>
      <p:sp>
        <p:nvSpPr>
          <p:cNvPr id="23" name="">
            <a:extLst xmlns:a="http://schemas.openxmlformats.org/drawingml/2006/main">
              <a:ext uri="{FF2B5EF4-FFF2-40B4-BE49-F238E27FC236}">
                <a16:creationId xmlns:a16="http://schemas.microsoft.com/office/drawing/2014/main" id="{6CEA1217-F3F3-46AE-9C0C-3D0FB7FE8A31}"/>
              </a:ext>
            </a:extLst>
          </p:cNvPr>
          <p:cNvSpPr>
            <a:spLocks xmlns:a="http://schemas.openxmlformats.org/drawingml/2006/main" noGrp="1"/>
          </p:cNvSpPr>
          <p:nvPr/>
        </p:nvSpPr>
        <p:spPr>
          <a:xfrm xmlns:a="http://schemas.openxmlformats.org/drawingml/2006/main">
            <a:off x="419100" y="4619625"/>
            <a:ext cx="8848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42D48"/>
                </a:solidFill>
                <a:latin typeface="Arial"/>
                <a:ea typeface="Arial"/>
                <a:cs typeface="Arial"/>
              </a:defRPr>
            </a:pPr>
            <a:r>
              <a:rPr sz="1500" b="0">
                <a:solidFill>
                  <a:srgbClr val="142D48"/>
                </a:solidFill>
                <a:latin typeface="Arial"/>
                <a:ea typeface="Arial"/>
                <a:cs typeface="Arial"/>
              </a:rPr>
              <a:t>Abra Web Reports… en la pantalla principal de BITS.</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8c3d906c69b9429b"/>
          <a:stretch xmlns:a="http://schemas.openxmlformats.org/drawingml/2006/main"/>
        </p:blipFill>
        <p:spPr>
          <a:xfrm xmlns:a="http://schemas.openxmlformats.org/drawingml/2006/main">
            <a:off x="409575" y="5000625"/>
            <a:ext cx="8934450" cy="992717"/>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454059DE-ED3B-4A21-B938-363941C5256B}"/>
              </a:ext>
            </a:extLst>
          </p:cNvPr>
          <p:cNvSpPr>
            <a:spLocks xmlns:a="http://schemas.openxmlformats.org/drawingml/2006/main" noGrp="1"/>
          </p:cNvSpPr>
          <p:nvPr/>
        </p:nvSpPr>
        <p:spPr>
          <a:xfrm xmlns:a="http://schemas.openxmlformats.org/drawingml/2006/main">
            <a:off x="5571702" y="5454438"/>
            <a:ext cx="1460712" cy="397087"/>
          </a:xfrm>
          <a:prstGeom xmlns:a="http://schemas.openxmlformats.org/drawingml/2006/main" prst="rect">
            <a:avLst/>
          </a:prstGeom>
          <a:noFill xmlns:a="http://schemas.openxmlformats.org/drawingml/2006/main"/>
          <a:ln xmlns:a="http://schemas.openxmlformats.org/drawingml/2006/main" w="23813">
            <a:solidFill>
              <a:srgbClr val="F02028"/>
            </a:solidFill>
          </a:ln>
        </p:spPr>
      </p:sp>
      <p:sp>
        <p:nvSpPr>
          <p:cNvPr id="26" name="">
            <a:extLst xmlns:a="http://schemas.openxmlformats.org/drawingml/2006/main">
              <a:ext uri="{FF2B5EF4-FFF2-40B4-BE49-F238E27FC236}">
                <a16:creationId xmlns:a16="http://schemas.microsoft.com/office/drawing/2014/main" id="{1BDEEDCB-DF2C-4AC3-9D2C-81556575B0A7}"/>
              </a:ext>
            </a:extLst>
          </p:cNvPr>
          <p:cNvSpPr>
            <a:spLocks xmlns:a="http://schemas.openxmlformats.org/drawingml/2006/main" noGrp="1"/>
          </p:cNvSpPr>
          <p:nvPr/>
        </p:nvSpPr>
        <p:spPr>
          <a:xfrm xmlns:a="http://schemas.openxmlformats.org/drawingml/2006/main">
            <a:off x="419100" y="6143625"/>
            <a:ext cx="88868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42D48"/>
                </a:solidFill>
                <a:latin typeface="Arial"/>
                <a:ea typeface="Arial"/>
                <a:cs typeface="Arial"/>
              </a:defRPr>
            </a:pPr>
            <a:r>
              <a:rPr sz="1500" b="0">
                <a:solidFill>
                  <a:srgbClr val="142D48"/>
                </a:solidFill>
                <a:latin typeface="Arial"/>
                <a:ea typeface="Arial"/>
                <a:cs typeface="Arial"/>
              </a:rPr>
              <a:t>Elija Desde y Hasta. En Mostrar, seleccione Mal indexadas y duplicadas y pulse Consultar.</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c9c2f9ca6853489d"/>
          <a:stretch xmlns:a="http://schemas.openxmlformats.org/drawingml/2006/main"/>
        </p:blipFill>
        <p:spPr>
          <a:xfrm xmlns:a="http://schemas.openxmlformats.org/drawingml/2006/main">
            <a:off x="409575" y="6781800"/>
            <a:ext cx="8934450" cy="2961372"/>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8A41B5DE-046B-4A12-9313-7DBE30ACB35F}"/>
              </a:ext>
            </a:extLst>
          </p:cNvPr>
          <p:cNvSpPr>
            <a:spLocks xmlns:a="http://schemas.openxmlformats.org/drawingml/2006/main" noGrp="1"/>
          </p:cNvSpPr>
          <p:nvPr/>
        </p:nvSpPr>
        <p:spPr>
          <a:xfrm xmlns:a="http://schemas.openxmlformats.org/drawingml/2006/main">
            <a:off x="209550" y="10096500"/>
            <a:ext cx="9334500" cy="3371850"/>
          </a:xfrm>
          <a:prstGeom xmlns:a="http://schemas.openxmlformats.org/drawingml/2006/main" prst="roundRect">
            <a:avLst>
              <a:gd name="adj" fmla="val 3955"/>
            </a:avLst>
          </a:prstGeom>
          <a:solidFill xmlns:a="http://schemas.openxmlformats.org/drawingml/2006/main">
            <a:srgbClr val="FFFFFF"/>
          </a:solidFill>
          <a:ln xmlns:a="http://schemas.openxmlformats.org/drawingml/2006/main" w="9525">
            <a:solidFill>
              <a:srgbClr val="ADD0E8"/>
            </a:solidFill>
          </a:ln>
        </p:spPr>
      </p:sp>
      <p:sp>
        <p:nvSpPr>
          <p:cNvPr id="29" name="">
            <a:extLst xmlns:a="http://schemas.openxmlformats.org/drawingml/2006/main">
              <a:ext uri="{FF2B5EF4-FFF2-40B4-BE49-F238E27FC236}">
                <a16:creationId xmlns:a16="http://schemas.microsoft.com/office/drawing/2014/main" id="{D608611A-9549-493E-8F91-6B4BFA9F3697}"/>
              </a:ext>
            </a:extLst>
          </p:cNvPr>
          <p:cNvSpPr>
            <a:spLocks xmlns:a="http://schemas.openxmlformats.org/drawingml/2006/main" noGrp="1"/>
          </p:cNvSpPr>
          <p:nvPr/>
        </p:nvSpPr>
        <p:spPr>
          <a:xfrm xmlns:a="http://schemas.openxmlformats.org/drawingml/2006/main">
            <a:off x="209550" y="10096500"/>
            <a:ext cx="9334500" cy="457200"/>
          </a:xfrm>
          <a:prstGeom xmlns:a="http://schemas.openxmlformats.org/drawingml/2006/main" prst="roundRect">
            <a:avLst>
              <a:gd name="adj" fmla="val 29167"/>
            </a:avLst>
          </a:prstGeom>
          <a:solidFill xmlns:a="http://schemas.openxmlformats.org/drawingml/2006/main">
            <a:srgbClr val="006BBE"/>
          </a:solidFill>
          <a:ln xmlns:a="http://schemas.openxmlformats.org/drawingml/2006/main" w="0">
            <a:solidFill>
              <a:srgbClr val="006BBE"/>
            </a:solidFill>
          </a:ln>
        </p:spPr>
      </p:sp>
      <p:sp>
        <p:nvSpPr>
          <p:cNvPr id="30" name="">
            <a:extLst xmlns:a="http://schemas.openxmlformats.org/drawingml/2006/main">
              <a:ext uri="{FF2B5EF4-FFF2-40B4-BE49-F238E27FC236}">
                <a16:creationId xmlns:a16="http://schemas.microsoft.com/office/drawing/2014/main" id="{6DA0DDEE-28D3-4E8F-BCA8-9302B7347137}"/>
              </a:ext>
            </a:extLst>
          </p:cNvPr>
          <p:cNvSpPr>
            <a:spLocks xmlns:a="http://schemas.openxmlformats.org/drawingml/2006/main" noGrp="1"/>
          </p:cNvSpPr>
          <p:nvPr/>
        </p:nvSpPr>
        <p:spPr>
          <a:xfrm xmlns:a="http://schemas.openxmlformats.org/drawingml/2006/main">
            <a:off x="333375" y="101346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7</a:t>
            </a:r>
          </a:p>
        </p:txBody>
      </p:sp>
      <p:sp>
        <p:nvSpPr>
          <p:cNvPr id="31" name="">
            <a:extLst xmlns:a="http://schemas.openxmlformats.org/drawingml/2006/main">
              <a:ext uri="{FF2B5EF4-FFF2-40B4-BE49-F238E27FC236}">
                <a16:creationId xmlns:a16="http://schemas.microsoft.com/office/drawing/2014/main" id="{E41A0527-8887-46CF-8403-F4FC8AB38B3B}"/>
              </a:ext>
            </a:extLst>
          </p:cNvPr>
          <p:cNvSpPr>
            <a:spLocks xmlns:a="http://schemas.openxmlformats.org/drawingml/2006/main" noGrp="1"/>
          </p:cNvSpPr>
          <p:nvPr/>
        </p:nvSpPr>
        <p:spPr>
          <a:xfrm xmlns:a="http://schemas.openxmlformats.org/drawingml/2006/main">
            <a:off x="800100" y="10182225"/>
            <a:ext cx="862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REVISIÓN Y CORRECCIÓN</a:t>
            </a:r>
          </a:p>
        </p:txBody>
      </p:sp>
      <p:sp>
        <p:nvSpPr>
          <p:cNvPr id="32" name="">
            <a:extLst xmlns:a="http://schemas.openxmlformats.org/drawingml/2006/main">
              <a:ext uri="{FF2B5EF4-FFF2-40B4-BE49-F238E27FC236}">
                <a16:creationId xmlns:a16="http://schemas.microsoft.com/office/drawing/2014/main" id="{B92C1D81-3F2D-4EE8-A760-90908471397B}"/>
              </a:ext>
            </a:extLst>
          </p:cNvPr>
          <p:cNvSpPr>
            <a:spLocks xmlns:a="http://schemas.openxmlformats.org/drawingml/2006/main" noGrp="1"/>
          </p:cNvSpPr>
          <p:nvPr/>
        </p:nvSpPr>
        <p:spPr>
          <a:xfrm xmlns:a="http://schemas.openxmlformats.org/drawingml/2006/main">
            <a:off x="419100" y="10658475"/>
            <a:ext cx="88963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42D48"/>
                </a:solidFill>
                <a:latin typeface="Arial"/>
                <a:ea typeface="Arial"/>
                <a:cs typeface="Arial"/>
              </a:defRPr>
            </a:pPr>
            <a:r>
              <a:rPr sz="1425" b="0">
                <a:solidFill>
                  <a:srgbClr val="142D48"/>
                </a:solidFill>
                <a:latin typeface="Arial"/>
                <a:ea typeface="Arial"/>
                <a:cs typeface="Arial"/>
              </a:rPr>
              <a:t>Revise las matrículas, la página y el detalle. Las celdas subrayadas abren la página o el libro en Web Search.</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f6b0594dd82d47e8"/>
          <a:stretch xmlns:a="http://schemas.openxmlformats.org/drawingml/2006/main"/>
        </p:blipFill>
        <p:spPr>
          <a:xfrm xmlns:a="http://schemas.openxmlformats.org/drawingml/2006/main">
            <a:off x="409575" y="11172825"/>
            <a:ext cx="8934450" cy="596800"/>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A910B64C-EAC3-4858-A0CC-56D5905F8E92}"/>
              </a:ext>
            </a:extLst>
          </p:cNvPr>
          <p:cNvSpPr>
            <a:spLocks xmlns:a="http://schemas.openxmlformats.org/drawingml/2006/main" noGrp="1"/>
          </p:cNvSpPr>
          <p:nvPr/>
        </p:nvSpPr>
        <p:spPr>
          <a:xfrm xmlns:a="http://schemas.openxmlformats.org/drawingml/2006/main">
            <a:off x="419100" y="12001500"/>
            <a:ext cx="388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42D48"/>
                </a:solidFill>
                <a:latin typeface="Arial"/>
                <a:ea typeface="Arial"/>
                <a:cs typeface="Arial"/>
              </a:defRPr>
            </a:pPr>
            <a:r>
              <a:rPr sz="1350" b="0">
                <a:solidFill>
                  <a:srgbClr val="142D48"/>
                </a:solidFill>
                <a:latin typeface="Arial"/>
                <a:ea typeface="Arial"/>
                <a:cs typeface="Arial"/>
              </a:rPr>
              <a:t>Corregir seleccionadas… aplica a las filas que elija. Corregir todas… aplica a todas las que BITS pueda corregir.</a:t>
            </a:r>
          </a:p>
        </p:txBody>
      </p:sp>
      <p:sp>
        <p:nvSpPr>
          <p:cNvPr id="35" name="">
            <a:extLst xmlns:a="http://schemas.openxmlformats.org/drawingml/2006/main">
              <a:ext uri="{FF2B5EF4-FFF2-40B4-BE49-F238E27FC236}">
                <a16:creationId xmlns:a16="http://schemas.microsoft.com/office/drawing/2014/main" id="{9EE87C28-A078-450E-894E-B8FF65EE415D}"/>
              </a:ext>
            </a:extLst>
          </p:cNvPr>
          <p:cNvSpPr>
            <a:spLocks xmlns:a="http://schemas.openxmlformats.org/drawingml/2006/main" noGrp="1"/>
          </p:cNvSpPr>
          <p:nvPr/>
        </p:nvSpPr>
        <p:spPr>
          <a:xfrm xmlns:a="http://schemas.openxmlformats.org/drawingml/2006/main">
            <a:off x="419100" y="12734925"/>
            <a:ext cx="3905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73C78"/>
                </a:solidFill>
                <a:latin typeface="Arial"/>
                <a:ea typeface="Arial"/>
                <a:cs typeface="Arial"/>
              </a:defRPr>
            </a:pPr>
            <a:r>
              <a:rPr sz="1350" b="1">
                <a:solidFill>
                  <a:srgbClr val="073C78"/>
                </a:solidFill>
                <a:latin typeface="Arial"/>
                <a:ea typeface="Arial"/>
                <a:cs typeface="Arial"/>
              </a:rPr>
              <a:t>Antes de confirmar, lea cuántas copias se borrarán y cuántas páginas se reindexarán.</a:t>
            </a:r>
          </a:p>
        </p:txBody>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6b6c76b7b92e4965"/>
          <a:stretch xmlns:a="http://schemas.openxmlformats.org/drawingml/2006/main"/>
        </p:blipFill>
        <p:spPr>
          <a:xfrm xmlns:a="http://schemas.openxmlformats.org/drawingml/2006/main">
            <a:off x="4686300" y="11839575"/>
            <a:ext cx="4552950" cy="1523696"/>
          </a:xfrm>
          <a:prstGeom xmlns:a="http://schemas.openxmlformats.org/drawingml/2006/main" prst="rect">
            <a:avLst/>
          </a:prstGeom>
        </p:spPr>
      </p:pic>
    </p:spTree>
    <p:extLst>
      <p:ext uri="{BB962C8B-B14F-4D97-AF65-F5344CB8AC3E}">
        <p14:creationId xmlns:p14="http://schemas.microsoft.com/office/powerpoint/2010/main" val="16626798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2026-09-13T01:25:56.5410000Z</dcterms:created>
  <dcterms:modified xsi:type="dcterms:W3CDTF">2026-09-13T01:25:56.5410000Z</dcterms:modified>
</coreProperties>
</file>